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5"/>
  </p:notesMasterIdLst>
  <p:sldIdLst>
    <p:sldId id="256" r:id="rId2"/>
    <p:sldId id="263" r:id="rId3"/>
    <p:sldId id="264" r:id="rId4"/>
  </p:sldIdLst>
  <p:sldSz cx="12192000" cy="6354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46"/>
    <p:restoredTop sz="94689"/>
  </p:normalViewPr>
  <p:slideViewPr>
    <p:cSldViewPr snapToGrid="0">
      <p:cViewPr varScale="1">
        <p:scale>
          <a:sx n="125" d="100"/>
          <a:sy n="125" d="100"/>
        </p:scale>
        <p:origin x="656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B7CDE-33E1-5B42-8C3E-2FB7EA3824F7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69900" y="1143000"/>
            <a:ext cx="5918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7093BC-8BE0-C246-B597-498F739B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81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0004"/>
            <a:ext cx="9144000" cy="2212399"/>
          </a:xfrm>
        </p:spPr>
        <p:txBody>
          <a:bodyPr anchor="b"/>
          <a:lstStyle>
            <a:lvl1pPr algn="ctr">
              <a:defRPr sz="5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337722"/>
            <a:ext cx="9144000" cy="1534263"/>
          </a:xfrm>
        </p:spPr>
        <p:txBody>
          <a:bodyPr/>
          <a:lstStyle>
            <a:lvl1pPr marL="0" indent="0" algn="ctr">
              <a:buNone/>
              <a:defRPr sz="2224"/>
            </a:lvl1pPr>
            <a:lvl2pPr marL="423642" indent="0" algn="ctr">
              <a:buNone/>
              <a:defRPr sz="1853"/>
            </a:lvl2pPr>
            <a:lvl3pPr marL="847283" indent="0" algn="ctr">
              <a:buNone/>
              <a:defRPr sz="1668"/>
            </a:lvl3pPr>
            <a:lvl4pPr marL="1270925" indent="0" algn="ctr">
              <a:buNone/>
              <a:defRPr sz="1483"/>
            </a:lvl4pPr>
            <a:lvl5pPr marL="1694566" indent="0" algn="ctr">
              <a:buNone/>
              <a:defRPr sz="1483"/>
            </a:lvl5pPr>
            <a:lvl6pPr marL="2118208" indent="0" algn="ctr">
              <a:buNone/>
              <a:defRPr sz="1483"/>
            </a:lvl6pPr>
            <a:lvl7pPr marL="2541849" indent="0" algn="ctr">
              <a:buNone/>
              <a:defRPr sz="1483"/>
            </a:lvl7pPr>
            <a:lvl8pPr marL="2965491" indent="0" algn="ctr">
              <a:buNone/>
              <a:defRPr sz="1483"/>
            </a:lvl8pPr>
            <a:lvl9pPr marL="3389132" indent="0" algn="ctr">
              <a:buNone/>
              <a:defRPr sz="148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27DA1-2B62-C040-B820-8A5B827F576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F3C7B-4727-8E45-BDC0-D2E20AD59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49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27DA1-2B62-C040-B820-8A5B827F576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F3C7B-4727-8E45-BDC0-D2E20AD59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64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84279"/>
            <a:ext cx="10515600" cy="2643404"/>
          </a:xfrm>
        </p:spPr>
        <p:txBody>
          <a:bodyPr anchor="b"/>
          <a:lstStyle>
            <a:lvl1pPr>
              <a:defRPr sz="5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252691"/>
            <a:ext cx="10515600" cy="1390104"/>
          </a:xfrm>
        </p:spPr>
        <p:txBody>
          <a:bodyPr/>
          <a:lstStyle>
            <a:lvl1pPr marL="0" indent="0">
              <a:buNone/>
              <a:defRPr sz="2224">
                <a:solidFill>
                  <a:schemeClr val="tx1">
                    <a:tint val="75000"/>
                  </a:schemeClr>
                </a:solidFill>
              </a:defRPr>
            </a:lvl1pPr>
            <a:lvl2pPr marL="423642" indent="0">
              <a:buNone/>
              <a:defRPr sz="1853">
                <a:solidFill>
                  <a:schemeClr val="tx1">
                    <a:tint val="75000"/>
                  </a:schemeClr>
                </a:solidFill>
              </a:defRPr>
            </a:lvl2pPr>
            <a:lvl3pPr marL="847283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3pPr>
            <a:lvl4pPr marL="1270925" indent="0">
              <a:buNone/>
              <a:defRPr sz="1483">
                <a:solidFill>
                  <a:schemeClr val="tx1">
                    <a:tint val="75000"/>
                  </a:schemeClr>
                </a:solidFill>
              </a:defRPr>
            </a:lvl4pPr>
            <a:lvl5pPr marL="1694566" indent="0">
              <a:buNone/>
              <a:defRPr sz="1483">
                <a:solidFill>
                  <a:schemeClr val="tx1">
                    <a:tint val="75000"/>
                  </a:schemeClr>
                </a:solidFill>
              </a:defRPr>
            </a:lvl5pPr>
            <a:lvl6pPr marL="2118208" indent="0">
              <a:buNone/>
              <a:defRPr sz="1483">
                <a:solidFill>
                  <a:schemeClr val="tx1">
                    <a:tint val="75000"/>
                  </a:schemeClr>
                </a:solidFill>
              </a:defRPr>
            </a:lvl6pPr>
            <a:lvl7pPr marL="2541849" indent="0">
              <a:buNone/>
              <a:defRPr sz="1483">
                <a:solidFill>
                  <a:schemeClr val="tx1">
                    <a:tint val="75000"/>
                  </a:schemeClr>
                </a:solidFill>
              </a:defRPr>
            </a:lvl7pPr>
            <a:lvl8pPr marL="2965491" indent="0">
              <a:buNone/>
              <a:defRPr sz="1483">
                <a:solidFill>
                  <a:schemeClr val="tx1">
                    <a:tint val="75000"/>
                  </a:schemeClr>
                </a:solidFill>
              </a:defRPr>
            </a:lvl8pPr>
            <a:lvl9pPr marL="3389132" indent="0">
              <a:buNone/>
              <a:defRPr sz="14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27DA1-2B62-C040-B820-8A5B827F576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F3C7B-4727-8E45-BDC0-D2E20AD59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5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1661"/>
            <a:ext cx="5181600" cy="40320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1661"/>
            <a:ext cx="5181600" cy="40320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27DA1-2B62-C040-B820-8A5B827F576E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F3C7B-4727-8E45-BDC0-D2E20AD59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699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38333"/>
            <a:ext cx="10515600" cy="1228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557800"/>
            <a:ext cx="5157787" cy="763454"/>
          </a:xfrm>
        </p:spPr>
        <p:txBody>
          <a:bodyPr anchor="b"/>
          <a:lstStyle>
            <a:lvl1pPr marL="0" indent="0">
              <a:buNone/>
              <a:defRPr sz="2224" b="1"/>
            </a:lvl1pPr>
            <a:lvl2pPr marL="423642" indent="0">
              <a:buNone/>
              <a:defRPr sz="1853" b="1"/>
            </a:lvl2pPr>
            <a:lvl3pPr marL="847283" indent="0">
              <a:buNone/>
              <a:defRPr sz="1668" b="1"/>
            </a:lvl3pPr>
            <a:lvl4pPr marL="1270925" indent="0">
              <a:buNone/>
              <a:defRPr sz="1483" b="1"/>
            </a:lvl4pPr>
            <a:lvl5pPr marL="1694566" indent="0">
              <a:buNone/>
              <a:defRPr sz="1483" b="1"/>
            </a:lvl5pPr>
            <a:lvl6pPr marL="2118208" indent="0">
              <a:buNone/>
              <a:defRPr sz="1483" b="1"/>
            </a:lvl6pPr>
            <a:lvl7pPr marL="2541849" indent="0">
              <a:buNone/>
              <a:defRPr sz="1483" b="1"/>
            </a:lvl7pPr>
            <a:lvl8pPr marL="2965491" indent="0">
              <a:buNone/>
              <a:defRPr sz="1483" b="1"/>
            </a:lvl8pPr>
            <a:lvl9pPr marL="3389132" indent="0">
              <a:buNone/>
              <a:defRPr sz="14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321253"/>
            <a:ext cx="5157787" cy="34142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57800"/>
            <a:ext cx="5183188" cy="763454"/>
          </a:xfrm>
        </p:spPr>
        <p:txBody>
          <a:bodyPr anchor="b"/>
          <a:lstStyle>
            <a:lvl1pPr marL="0" indent="0">
              <a:buNone/>
              <a:defRPr sz="2224" b="1"/>
            </a:lvl1pPr>
            <a:lvl2pPr marL="423642" indent="0">
              <a:buNone/>
              <a:defRPr sz="1853" b="1"/>
            </a:lvl2pPr>
            <a:lvl3pPr marL="847283" indent="0">
              <a:buNone/>
              <a:defRPr sz="1668" b="1"/>
            </a:lvl3pPr>
            <a:lvl4pPr marL="1270925" indent="0">
              <a:buNone/>
              <a:defRPr sz="1483" b="1"/>
            </a:lvl4pPr>
            <a:lvl5pPr marL="1694566" indent="0">
              <a:buNone/>
              <a:defRPr sz="1483" b="1"/>
            </a:lvl5pPr>
            <a:lvl6pPr marL="2118208" indent="0">
              <a:buNone/>
              <a:defRPr sz="1483" b="1"/>
            </a:lvl6pPr>
            <a:lvl7pPr marL="2541849" indent="0">
              <a:buNone/>
              <a:defRPr sz="1483" b="1"/>
            </a:lvl7pPr>
            <a:lvl8pPr marL="2965491" indent="0">
              <a:buNone/>
              <a:defRPr sz="1483" b="1"/>
            </a:lvl8pPr>
            <a:lvl9pPr marL="3389132" indent="0">
              <a:buNone/>
              <a:defRPr sz="14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21253"/>
            <a:ext cx="5183188" cy="34142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27DA1-2B62-C040-B820-8A5B827F576E}" type="datetimeFigureOut">
              <a:rPr lang="en-US" smtClean="0"/>
              <a:t>3/7/26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F3C7B-4727-8E45-BDC0-D2E20AD59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10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27DA1-2B62-C040-B820-8A5B827F576E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F3C7B-4727-8E45-BDC0-D2E20AD59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22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27DA1-2B62-C040-B820-8A5B827F576E}" type="datetimeFigureOut">
              <a:rPr lang="en-US" smtClean="0"/>
              <a:t>3/7/26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F3C7B-4727-8E45-BDC0-D2E20AD59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64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23651"/>
            <a:ext cx="3932237" cy="1482778"/>
          </a:xfrm>
        </p:spPr>
        <p:txBody>
          <a:bodyPr anchor="b"/>
          <a:lstStyle>
            <a:lvl1pPr>
              <a:defRPr sz="29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14968"/>
            <a:ext cx="6172200" cy="4516001"/>
          </a:xfrm>
        </p:spPr>
        <p:txBody>
          <a:bodyPr/>
          <a:lstStyle>
            <a:lvl1pPr>
              <a:defRPr sz="2965"/>
            </a:lvl1pPr>
            <a:lvl2pPr>
              <a:defRPr sz="2594"/>
            </a:lvl2pPr>
            <a:lvl3pPr>
              <a:defRPr sz="2224"/>
            </a:lvl3pPr>
            <a:lvl4pPr>
              <a:defRPr sz="1853"/>
            </a:lvl4pPr>
            <a:lvl5pPr>
              <a:defRPr sz="1853"/>
            </a:lvl5pPr>
            <a:lvl6pPr>
              <a:defRPr sz="1853"/>
            </a:lvl6pPr>
            <a:lvl7pPr>
              <a:defRPr sz="1853"/>
            </a:lvl7pPr>
            <a:lvl8pPr>
              <a:defRPr sz="1853"/>
            </a:lvl8pPr>
            <a:lvl9pPr>
              <a:defRPr sz="18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906429"/>
            <a:ext cx="3932237" cy="3531895"/>
          </a:xfrm>
        </p:spPr>
        <p:txBody>
          <a:bodyPr/>
          <a:lstStyle>
            <a:lvl1pPr marL="0" indent="0">
              <a:buNone/>
              <a:defRPr sz="1483"/>
            </a:lvl1pPr>
            <a:lvl2pPr marL="423642" indent="0">
              <a:buNone/>
              <a:defRPr sz="1297"/>
            </a:lvl2pPr>
            <a:lvl3pPr marL="847283" indent="0">
              <a:buNone/>
              <a:defRPr sz="1112"/>
            </a:lvl3pPr>
            <a:lvl4pPr marL="1270925" indent="0">
              <a:buNone/>
              <a:defRPr sz="927"/>
            </a:lvl4pPr>
            <a:lvl5pPr marL="1694566" indent="0">
              <a:buNone/>
              <a:defRPr sz="927"/>
            </a:lvl5pPr>
            <a:lvl6pPr marL="2118208" indent="0">
              <a:buNone/>
              <a:defRPr sz="927"/>
            </a:lvl6pPr>
            <a:lvl7pPr marL="2541849" indent="0">
              <a:buNone/>
              <a:defRPr sz="927"/>
            </a:lvl7pPr>
            <a:lvl8pPr marL="2965491" indent="0">
              <a:buNone/>
              <a:defRPr sz="927"/>
            </a:lvl8pPr>
            <a:lvl9pPr marL="3389132" indent="0">
              <a:buNone/>
              <a:defRPr sz="9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27DA1-2B62-C040-B820-8A5B827F576E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F3C7B-4727-8E45-BDC0-D2E20AD59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931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23651"/>
            <a:ext cx="3932237" cy="1482778"/>
          </a:xfrm>
        </p:spPr>
        <p:txBody>
          <a:bodyPr anchor="b"/>
          <a:lstStyle>
            <a:lvl1pPr>
              <a:defRPr sz="29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14968"/>
            <a:ext cx="6172200" cy="4516001"/>
          </a:xfrm>
        </p:spPr>
        <p:txBody>
          <a:bodyPr anchor="t"/>
          <a:lstStyle>
            <a:lvl1pPr marL="0" indent="0">
              <a:buNone/>
              <a:defRPr sz="2965"/>
            </a:lvl1pPr>
            <a:lvl2pPr marL="423642" indent="0">
              <a:buNone/>
              <a:defRPr sz="2594"/>
            </a:lvl2pPr>
            <a:lvl3pPr marL="847283" indent="0">
              <a:buNone/>
              <a:defRPr sz="2224"/>
            </a:lvl3pPr>
            <a:lvl4pPr marL="1270925" indent="0">
              <a:buNone/>
              <a:defRPr sz="1853"/>
            </a:lvl4pPr>
            <a:lvl5pPr marL="1694566" indent="0">
              <a:buNone/>
              <a:defRPr sz="1853"/>
            </a:lvl5pPr>
            <a:lvl6pPr marL="2118208" indent="0">
              <a:buNone/>
              <a:defRPr sz="1853"/>
            </a:lvl6pPr>
            <a:lvl7pPr marL="2541849" indent="0">
              <a:buNone/>
              <a:defRPr sz="1853"/>
            </a:lvl7pPr>
            <a:lvl8pPr marL="2965491" indent="0">
              <a:buNone/>
              <a:defRPr sz="1853"/>
            </a:lvl8pPr>
            <a:lvl9pPr marL="3389132" indent="0">
              <a:buNone/>
              <a:defRPr sz="18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906429"/>
            <a:ext cx="3932237" cy="3531895"/>
          </a:xfrm>
        </p:spPr>
        <p:txBody>
          <a:bodyPr/>
          <a:lstStyle>
            <a:lvl1pPr marL="0" indent="0">
              <a:buNone/>
              <a:defRPr sz="1483"/>
            </a:lvl1pPr>
            <a:lvl2pPr marL="423642" indent="0">
              <a:buNone/>
              <a:defRPr sz="1297"/>
            </a:lvl2pPr>
            <a:lvl3pPr marL="847283" indent="0">
              <a:buNone/>
              <a:defRPr sz="1112"/>
            </a:lvl3pPr>
            <a:lvl4pPr marL="1270925" indent="0">
              <a:buNone/>
              <a:defRPr sz="927"/>
            </a:lvl4pPr>
            <a:lvl5pPr marL="1694566" indent="0">
              <a:buNone/>
              <a:defRPr sz="927"/>
            </a:lvl5pPr>
            <a:lvl6pPr marL="2118208" indent="0">
              <a:buNone/>
              <a:defRPr sz="927"/>
            </a:lvl6pPr>
            <a:lvl7pPr marL="2541849" indent="0">
              <a:buNone/>
              <a:defRPr sz="927"/>
            </a:lvl7pPr>
            <a:lvl8pPr marL="2965491" indent="0">
              <a:buNone/>
              <a:defRPr sz="927"/>
            </a:lvl8pPr>
            <a:lvl9pPr marL="3389132" indent="0">
              <a:buNone/>
              <a:defRPr sz="9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27DA1-2B62-C040-B820-8A5B827F576E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F3C7B-4727-8E45-BDC0-D2E20AD59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00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27DA1-2B62-C040-B820-8A5B827F576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F3C7B-4727-8E45-BDC0-D2E20AD59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65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38332"/>
            <a:ext cx="2628900" cy="53853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38332"/>
            <a:ext cx="7734300" cy="53853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27DA1-2B62-C040-B820-8A5B827F576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F3C7B-4727-8E45-BDC0-D2E20AD59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73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38333"/>
            <a:ext cx="10515600" cy="12282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91661"/>
            <a:ext cx="10515600" cy="4032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889924"/>
            <a:ext cx="2743200" cy="338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27DA1-2B62-C040-B820-8A5B827F576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889924"/>
            <a:ext cx="4114800" cy="338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889924"/>
            <a:ext cx="2743200" cy="338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F3C7B-4727-8E45-BDC0-D2E20AD59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9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847283" rtl="0" eaLnBrk="1" latinLnBrk="0" hangingPunct="1">
        <a:lnSpc>
          <a:spcPct val="90000"/>
        </a:lnSpc>
        <a:spcBef>
          <a:spcPct val="0"/>
        </a:spcBef>
        <a:buNone/>
        <a:defRPr sz="40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821" indent="-211821" algn="l" defTabSz="847283" rtl="0" eaLnBrk="1" latinLnBrk="0" hangingPunct="1">
        <a:lnSpc>
          <a:spcPct val="90000"/>
        </a:lnSpc>
        <a:spcBef>
          <a:spcPts val="927"/>
        </a:spcBef>
        <a:buFont typeface="Arial" panose="020B0604020202020204" pitchFamily="34" charset="0"/>
        <a:buChar char="•"/>
        <a:defRPr sz="2594" kern="1200">
          <a:solidFill>
            <a:schemeClr val="tx1"/>
          </a:solidFill>
          <a:latin typeface="+mn-lt"/>
          <a:ea typeface="+mn-ea"/>
          <a:cs typeface="+mn-cs"/>
        </a:defRPr>
      </a:lvl1pPr>
      <a:lvl2pPr marL="635462" indent="-211821" algn="l" defTabSz="84728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2224" kern="1200">
          <a:solidFill>
            <a:schemeClr val="tx1"/>
          </a:solidFill>
          <a:latin typeface="+mn-lt"/>
          <a:ea typeface="+mn-ea"/>
          <a:cs typeface="+mn-cs"/>
        </a:defRPr>
      </a:lvl2pPr>
      <a:lvl3pPr marL="1059104" indent="-211821" algn="l" defTabSz="84728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853" kern="1200">
          <a:solidFill>
            <a:schemeClr val="tx1"/>
          </a:solidFill>
          <a:latin typeface="+mn-lt"/>
          <a:ea typeface="+mn-ea"/>
          <a:cs typeface="+mn-cs"/>
        </a:defRPr>
      </a:lvl3pPr>
      <a:lvl4pPr marL="1482745" indent="-211821" algn="l" defTabSz="84728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8" kern="1200">
          <a:solidFill>
            <a:schemeClr val="tx1"/>
          </a:solidFill>
          <a:latin typeface="+mn-lt"/>
          <a:ea typeface="+mn-ea"/>
          <a:cs typeface="+mn-cs"/>
        </a:defRPr>
      </a:lvl4pPr>
      <a:lvl5pPr marL="1906387" indent="-211821" algn="l" defTabSz="84728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8" kern="1200">
          <a:solidFill>
            <a:schemeClr val="tx1"/>
          </a:solidFill>
          <a:latin typeface="+mn-lt"/>
          <a:ea typeface="+mn-ea"/>
          <a:cs typeface="+mn-cs"/>
        </a:defRPr>
      </a:lvl5pPr>
      <a:lvl6pPr marL="2330028" indent="-211821" algn="l" defTabSz="84728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8" kern="1200">
          <a:solidFill>
            <a:schemeClr val="tx1"/>
          </a:solidFill>
          <a:latin typeface="+mn-lt"/>
          <a:ea typeface="+mn-ea"/>
          <a:cs typeface="+mn-cs"/>
        </a:defRPr>
      </a:lvl6pPr>
      <a:lvl7pPr marL="2753670" indent="-211821" algn="l" defTabSz="84728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8" kern="1200">
          <a:solidFill>
            <a:schemeClr val="tx1"/>
          </a:solidFill>
          <a:latin typeface="+mn-lt"/>
          <a:ea typeface="+mn-ea"/>
          <a:cs typeface="+mn-cs"/>
        </a:defRPr>
      </a:lvl7pPr>
      <a:lvl8pPr marL="3177311" indent="-211821" algn="l" defTabSz="84728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8" kern="1200">
          <a:solidFill>
            <a:schemeClr val="tx1"/>
          </a:solidFill>
          <a:latin typeface="+mn-lt"/>
          <a:ea typeface="+mn-ea"/>
          <a:cs typeface="+mn-cs"/>
        </a:defRPr>
      </a:lvl8pPr>
      <a:lvl9pPr marL="3600953" indent="-211821" algn="l" defTabSz="84728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7283" rtl="0" eaLnBrk="1" latinLnBrk="0" hangingPunct="1">
        <a:defRPr sz="1668" kern="1200">
          <a:solidFill>
            <a:schemeClr val="tx1"/>
          </a:solidFill>
          <a:latin typeface="+mn-lt"/>
          <a:ea typeface="+mn-ea"/>
          <a:cs typeface="+mn-cs"/>
        </a:defRPr>
      </a:lvl1pPr>
      <a:lvl2pPr marL="423642" algn="l" defTabSz="847283" rtl="0" eaLnBrk="1" latinLnBrk="0" hangingPunct="1">
        <a:defRPr sz="1668" kern="1200">
          <a:solidFill>
            <a:schemeClr val="tx1"/>
          </a:solidFill>
          <a:latin typeface="+mn-lt"/>
          <a:ea typeface="+mn-ea"/>
          <a:cs typeface="+mn-cs"/>
        </a:defRPr>
      </a:lvl2pPr>
      <a:lvl3pPr marL="847283" algn="l" defTabSz="847283" rtl="0" eaLnBrk="1" latinLnBrk="0" hangingPunct="1">
        <a:defRPr sz="1668" kern="1200">
          <a:solidFill>
            <a:schemeClr val="tx1"/>
          </a:solidFill>
          <a:latin typeface="+mn-lt"/>
          <a:ea typeface="+mn-ea"/>
          <a:cs typeface="+mn-cs"/>
        </a:defRPr>
      </a:lvl3pPr>
      <a:lvl4pPr marL="1270925" algn="l" defTabSz="847283" rtl="0" eaLnBrk="1" latinLnBrk="0" hangingPunct="1">
        <a:defRPr sz="1668" kern="1200">
          <a:solidFill>
            <a:schemeClr val="tx1"/>
          </a:solidFill>
          <a:latin typeface="+mn-lt"/>
          <a:ea typeface="+mn-ea"/>
          <a:cs typeface="+mn-cs"/>
        </a:defRPr>
      </a:lvl4pPr>
      <a:lvl5pPr marL="1694566" algn="l" defTabSz="847283" rtl="0" eaLnBrk="1" latinLnBrk="0" hangingPunct="1">
        <a:defRPr sz="1668" kern="1200">
          <a:solidFill>
            <a:schemeClr val="tx1"/>
          </a:solidFill>
          <a:latin typeface="+mn-lt"/>
          <a:ea typeface="+mn-ea"/>
          <a:cs typeface="+mn-cs"/>
        </a:defRPr>
      </a:lvl5pPr>
      <a:lvl6pPr marL="2118208" algn="l" defTabSz="847283" rtl="0" eaLnBrk="1" latinLnBrk="0" hangingPunct="1">
        <a:defRPr sz="1668" kern="1200">
          <a:solidFill>
            <a:schemeClr val="tx1"/>
          </a:solidFill>
          <a:latin typeface="+mn-lt"/>
          <a:ea typeface="+mn-ea"/>
          <a:cs typeface="+mn-cs"/>
        </a:defRPr>
      </a:lvl6pPr>
      <a:lvl7pPr marL="2541849" algn="l" defTabSz="847283" rtl="0" eaLnBrk="1" latinLnBrk="0" hangingPunct="1">
        <a:defRPr sz="1668" kern="1200">
          <a:solidFill>
            <a:schemeClr val="tx1"/>
          </a:solidFill>
          <a:latin typeface="+mn-lt"/>
          <a:ea typeface="+mn-ea"/>
          <a:cs typeface="+mn-cs"/>
        </a:defRPr>
      </a:lvl7pPr>
      <a:lvl8pPr marL="2965491" algn="l" defTabSz="847283" rtl="0" eaLnBrk="1" latinLnBrk="0" hangingPunct="1">
        <a:defRPr sz="1668" kern="1200">
          <a:solidFill>
            <a:schemeClr val="tx1"/>
          </a:solidFill>
          <a:latin typeface="+mn-lt"/>
          <a:ea typeface="+mn-ea"/>
          <a:cs typeface="+mn-cs"/>
        </a:defRPr>
      </a:lvl8pPr>
      <a:lvl9pPr marL="3389132" algn="l" defTabSz="847283" rtl="0" eaLnBrk="1" latinLnBrk="0" hangingPunct="1">
        <a:defRPr sz="16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B81FE553-7B64-3E5C-A626-B2715AC2FFCA}"/>
              </a:ext>
            </a:extLst>
          </p:cNvPr>
          <p:cNvGrpSpPr/>
          <p:nvPr/>
        </p:nvGrpSpPr>
        <p:grpSpPr>
          <a:xfrm>
            <a:off x="-1189" y="0"/>
            <a:ext cx="12180997" cy="6760834"/>
            <a:chOff x="-1189" y="0"/>
            <a:chExt cx="12180997" cy="676083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11A0C28-B01E-3602-32E5-F24A299D43CC}"/>
                </a:ext>
              </a:extLst>
            </p:cNvPr>
            <p:cNvSpPr txBox="1"/>
            <p:nvPr/>
          </p:nvSpPr>
          <p:spPr>
            <a:xfrm>
              <a:off x="2555921" y="6391502"/>
              <a:ext cx="184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7D9AEA-768E-9C5A-DBB5-52A8CAFC0D60}"/>
                </a:ext>
              </a:extLst>
            </p:cNvPr>
            <p:cNvSpPr/>
            <p:nvPr/>
          </p:nvSpPr>
          <p:spPr>
            <a:xfrm>
              <a:off x="0" y="0"/>
              <a:ext cx="6089904" cy="212140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2001 Wikipedia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AD92729-34E6-3677-78CE-DC65B41603AA}"/>
                </a:ext>
              </a:extLst>
            </p:cNvPr>
            <p:cNvSpPr/>
            <p:nvPr/>
          </p:nvSpPr>
          <p:spPr>
            <a:xfrm>
              <a:off x="6089904" y="0"/>
              <a:ext cx="6089904" cy="212140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2002-03 Wikipedia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A4FA6C9-8C95-234C-01B6-9C4EE1569941}"/>
                </a:ext>
              </a:extLst>
            </p:cNvPr>
            <p:cNvSpPr/>
            <p:nvPr/>
          </p:nvSpPr>
          <p:spPr>
            <a:xfrm>
              <a:off x="0" y="2121196"/>
              <a:ext cx="6089904" cy="212140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2003-04 Wikipedia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96459D4-F143-5949-7026-7062BA479F92}"/>
                </a:ext>
              </a:extLst>
            </p:cNvPr>
            <p:cNvSpPr/>
            <p:nvPr/>
          </p:nvSpPr>
          <p:spPr>
            <a:xfrm>
              <a:off x="6089904" y="2121408"/>
              <a:ext cx="6089904" cy="212140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2005-22 Wikipedia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9079584-364B-8EAE-1E0E-EA986618D544}"/>
                </a:ext>
              </a:extLst>
            </p:cNvPr>
            <p:cNvSpPr/>
            <p:nvPr/>
          </p:nvSpPr>
          <p:spPr>
            <a:xfrm>
              <a:off x="-1189" y="4246075"/>
              <a:ext cx="6089904" cy="212140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2023-25 Wikipedia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AB29870-4F17-0725-FD55-B164BD5789A3}"/>
                </a:ext>
              </a:extLst>
            </p:cNvPr>
            <p:cNvSpPr/>
            <p:nvPr/>
          </p:nvSpPr>
          <p:spPr>
            <a:xfrm>
              <a:off x="6089904" y="4242816"/>
              <a:ext cx="6089904" cy="212140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Minimal Wikipedia</a:t>
              </a:r>
            </a:p>
          </p:txBody>
        </p:sp>
      </p:grpSp>
      <p:pic>
        <p:nvPicPr>
          <p:cNvPr id="23" name="Content Placeholder 3">
            <a:extLst>
              <a:ext uri="{FF2B5EF4-FFF2-40B4-BE49-F238E27FC236}">
                <a16:creationId xmlns:a16="http://schemas.microsoft.com/office/drawing/2014/main" id="{E752E98D-11C6-D22F-90F5-A7A9BA4BFAA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186"/>
          <a:stretch>
            <a:fillRect/>
          </a:stretch>
        </p:blipFill>
        <p:spPr>
          <a:xfrm>
            <a:off x="5925" y="7222"/>
            <a:ext cx="6071616" cy="21031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A2D79C9-93FF-6E32-CD9E-96D68AB990E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333"/>
          <a:stretch>
            <a:fillRect/>
          </a:stretch>
        </p:blipFill>
        <p:spPr>
          <a:xfrm>
            <a:off x="6095829" y="5602"/>
            <a:ext cx="6071616" cy="21031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8305698-D67E-DC94-EAC0-E222B296473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407"/>
          <a:stretch>
            <a:fillRect/>
          </a:stretch>
        </p:blipFill>
        <p:spPr>
          <a:xfrm>
            <a:off x="5925" y="2126573"/>
            <a:ext cx="6071616" cy="21031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65E2EC3-ABB5-864B-ACCC-A0864C3FABF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579"/>
          <a:stretch>
            <a:fillRect/>
          </a:stretch>
        </p:blipFill>
        <p:spPr>
          <a:xfrm>
            <a:off x="5925" y="4251677"/>
            <a:ext cx="6071616" cy="21031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0241D36-EA63-B0D5-B158-9C90DF0DE69B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708"/>
          <a:stretch>
            <a:fillRect/>
          </a:stretch>
        </p:blipFill>
        <p:spPr>
          <a:xfrm>
            <a:off x="6097859" y="2130552"/>
            <a:ext cx="6071616" cy="21031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4854A24-D324-BFD5-D2DE-D61931E132F0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274"/>
          <a:stretch>
            <a:fillRect/>
          </a:stretch>
        </p:blipFill>
        <p:spPr>
          <a:xfrm>
            <a:off x="6099048" y="4251643"/>
            <a:ext cx="6071616" cy="21031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72492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61"/>
    </mc:Choice>
    <mc:Fallback>
      <p:transition spd="slow" advTm="70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2F527-66C0-C897-CC48-A2B3DEFE4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5D80B24-A54B-33AE-9E06-48A65C5580A3}"/>
              </a:ext>
            </a:extLst>
          </p:cNvPr>
          <p:cNvGrpSpPr/>
          <p:nvPr/>
        </p:nvGrpSpPr>
        <p:grpSpPr>
          <a:xfrm>
            <a:off x="-1189" y="0"/>
            <a:ext cx="12180997" cy="6760834"/>
            <a:chOff x="-1189" y="0"/>
            <a:chExt cx="12180997" cy="676083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1FD5B9-7530-837B-B4E7-5C29D3B93019}"/>
                </a:ext>
              </a:extLst>
            </p:cNvPr>
            <p:cNvSpPr txBox="1"/>
            <p:nvPr/>
          </p:nvSpPr>
          <p:spPr>
            <a:xfrm>
              <a:off x="2555921" y="6391502"/>
              <a:ext cx="184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A808AE5-D7FC-D827-ADF9-ED65993E3466}"/>
                </a:ext>
              </a:extLst>
            </p:cNvPr>
            <p:cNvSpPr/>
            <p:nvPr/>
          </p:nvSpPr>
          <p:spPr>
            <a:xfrm>
              <a:off x="0" y="0"/>
              <a:ext cx="6089904" cy="212140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1999-2001 BBC News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535579C-91D5-BE55-891B-F71C29126739}"/>
                </a:ext>
              </a:extLst>
            </p:cNvPr>
            <p:cNvSpPr/>
            <p:nvPr/>
          </p:nvSpPr>
          <p:spPr>
            <a:xfrm>
              <a:off x="6089904" y="0"/>
              <a:ext cx="6089904" cy="212140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2002-07 BBC News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C7AE5DF-3196-06E9-FFCD-4CEA7A1CBFBF}"/>
                </a:ext>
              </a:extLst>
            </p:cNvPr>
            <p:cNvSpPr/>
            <p:nvPr/>
          </p:nvSpPr>
          <p:spPr>
            <a:xfrm>
              <a:off x="0" y="2121196"/>
              <a:ext cx="6089904" cy="212140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2008-15 BBC News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B2F3F4-94E2-2626-7AC2-8DDA13EDFEDF}"/>
                </a:ext>
              </a:extLst>
            </p:cNvPr>
            <p:cNvSpPr/>
            <p:nvPr/>
          </p:nvSpPr>
          <p:spPr>
            <a:xfrm>
              <a:off x="6089904" y="2121408"/>
              <a:ext cx="6089904" cy="212140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2016-22 BBC News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F7558D7-2F90-5265-6E19-E6976E84782A}"/>
                </a:ext>
              </a:extLst>
            </p:cNvPr>
            <p:cNvSpPr/>
            <p:nvPr/>
          </p:nvSpPr>
          <p:spPr>
            <a:xfrm>
              <a:off x="-1189" y="4246075"/>
              <a:ext cx="6089904" cy="212140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2023-25 BBC News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D81EC7F-A2B6-3A59-B2C4-5CD7A06E2DF7}"/>
                </a:ext>
              </a:extLst>
            </p:cNvPr>
            <p:cNvSpPr/>
            <p:nvPr/>
          </p:nvSpPr>
          <p:spPr>
            <a:xfrm>
              <a:off x="6089904" y="4242816"/>
              <a:ext cx="6089904" cy="212140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Minimal News Website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7AAAF5C-E987-33DD-1B58-95D7562AAD4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339"/>
          <a:stretch>
            <a:fillRect/>
          </a:stretch>
        </p:blipFill>
        <p:spPr>
          <a:xfrm>
            <a:off x="10246" y="9144"/>
            <a:ext cx="6071616" cy="21031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33B1F2-B189-CCC9-1359-E2A0D87517B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186"/>
          <a:stretch>
            <a:fillRect/>
          </a:stretch>
        </p:blipFill>
        <p:spPr>
          <a:xfrm>
            <a:off x="9144" y="2130552"/>
            <a:ext cx="6071616" cy="21031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11924D-8E71-6E23-3733-A0914EB1720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367"/>
          <a:stretch>
            <a:fillRect/>
          </a:stretch>
        </p:blipFill>
        <p:spPr>
          <a:xfrm>
            <a:off x="6099048" y="2130552"/>
            <a:ext cx="6071616" cy="21031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70F483-50D1-B0DA-C4BC-D9A0CFD0C89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367"/>
          <a:stretch>
            <a:fillRect/>
          </a:stretch>
        </p:blipFill>
        <p:spPr>
          <a:xfrm>
            <a:off x="9144" y="4251960"/>
            <a:ext cx="6071616" cy="21031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FAE7C9-8CC7-DE69-EF1B-CEC82650A6EC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339"/>
          <a:stretch>
            <a:fillRect/>
          </a:stretch>
        </p:blipFill>
        <p:spPr>
          <a:xfrm>
            <a:off x="6099048" y="4251960"/>
            <a:ext cx="6071616" cy="21031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083753-4A04-EEDF-E321-158EB8AE6B92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186"/>
          <a:stretch>
            <a:fillRect/>
          </a:stretch>
        </p:blipFill>
        <p:spPr>
          <a:xfrm>
            <a:off x="6099048" y="9525"/>
            <a:ext cx="6071616" cy="21031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72827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7061">
        <p:fade/>
      </p:transition>
    </mc:Choice>
    <mc:Fallback>
      <p:transition spd="med" advTm="706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0A37-A877-27B3-4D70-96721B38C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C3812F58-67EF-83BF-A653-BCFB928790CD}"/>
              </a:ext>
            </a:extLst>
          </p:cNvPr>
          <p:cNvGrpSpPr/>
          <p:nvPr/>
        </p:nvGrpSpPr>
        <p:grpSpPr>
          <a:xfrm>
            <a:off x="-1189" y="0"/>
            <a:ext cx="12180997" cy="6760834"/>
            <a:chOff x="-1189" y="0"/>
            <a:chExt cx="12180997" cy="676083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1C3482D-5A16-C383-63B5-C20874FA57A1}"/>
                </a:ext>
              </a:extLst>
            </p:cNvPr>
            <p:cNvSpPr txBox="1"/>
            <p:nvPr/>
          </p:nvSpPr>
          <p:spPr>
            <a:xfrm>
              <a:off x="2555921" y="6391502"/>
              <a:ext cx="184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54A40E-3760-210C-36AB-17141CDE7AB9}"/>
                </a:ext>
              </a:extLst>
            </p:cNvPr>
            <p:cNvSpPr/>
            <p:nvPr/>
          </p:nvSpPr>
          <p:spPr>
            <a:xfrm>
              <a:off x="0" y="0"/>
              <a:ext cx="6089904" cy="212140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1999-2004 Amazon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3E5F2AE-7641-F9CC-17ED-E8315937CC1E}"/>
                </a:ext>
              </a:extLst>
            </p:cNvPr>
            <p:cNvSpPr/>
            <p:nvPr/>
          </p:nvSpPr>
          <p:spPr>
            <a:xfrm>
              <a:off x="6089904" y="0"/>
              <a:ext cx="6089904" cy="212140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2005-11 Amazon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AE316AD-2528-F19E-5857-1F20DA96884E}"/>
                </a:ext>
              </a:extLst>
            </p:cNvPr>
            <p:cNvSpPr/>
            <p:nvPr/>
          </p:nvSpPr>
          <p:spPr>
            <a:xfrm>
              <a:off x="0" y="2121196"/>
              <a:ext cx="6089904" cy="212140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2012-14 Amazon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F9388A0-64CF-E113-5E8D-6701A2F2910A}"/>
                </a:ext>
              </a:extLst>
            </p:cNvPr>
            <p:cNvSpPr/>
            <p:nvPr/>
          </p:nvSpPr>
          <p:spPr>
            <a:xfrm>
              <a:off x="6089904" y="2121408"/>
              <a:ext cx="6089904" cy="212140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2015-2025 Amazon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DBA2A31-38F0-49EC-76B8-887248A881BC}"/>
                </a:ext>
              </a:extLst>
            </p:cNvPr>
            <p:cNvSpPr/>
            <p:nvPr/>
          </p:nvSpPr>
          <p:spPr>
            <a:xfrm>
              <a:off x="-1189" y="4246075"/>
              <a:ext cx="6089904" cy="212140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2025 </a:t>
              </a:r>
              <a:r>
                <a:rPr lang="en-US" sz="3200" dirty="0" err="1"/>
                <a:t>Temu</a:t>
              </a:r>
              <a:endParaRPr lang="en-US" sz="32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E2494EF-C989-DBA2-5F2A-46C9F5AE68A3}"/>
                </a:ext>
              </a:extLst>
            </p:cNvPr>
            <p:cNvSpPr/>
            <p:nvPr/>
          </p:nvSpPr>
          <p:spPr>
            <a:xfrm>
              <a:off x="6089904" y="4242816"/>
              <a:ext cx="6089904" cy="212140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Minimal E-Commerce Site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FED9195-89F0-0D33-3DAD-CA201B8EFB1D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893"/>
          <a:stretch>
            <a:fillRect/>
          </a:stretch>
        </p:blipFill>
        <p:spPr>
          <a:xfrm>
            <a:off x="6099048" y="9144"/>
            <a:ext cx="6071616" cy="210312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934313-84FB-AE4E-65BB-3D3DA0F2CA3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167"/>
          <a:stretch>
            <a:fillRect/>
          </a:stretch>
        </p:blipFill>
        <p:spPr>
          <a:xfrm>
            <a:off x="6367" y="2130552"/>
            <a:ext cx="6071616" cy="210312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938ABA-5B32-94C8-6FCF-2F1C83A9EBA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694"/>
          <a:stretch>
            <a:fillRect/>
          </a:stretch>
        </p:blipFill>
        <p:spPr>
          <a:xfrm>
            <a:off x="6099048" y="2130552"/>
            <a:ext cx="6071616" cy="210312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9F1284-F2AC-D30B-5742-A957D2939468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694"/>
          <a:stretch>
            <a:fillRect/>
          </a:stretch>
        </p:blipFill>
        <p:spPr>
          <a:xfrm>
            <a:off x="6367" y="4251960"/>
            <a:ext cx="6071616" cy="210312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5F08B6-0B8F-B29E-6DA4-5DF7216B371C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694"/>
          <a:stretch>
            <a:fillRect/>
          </a:stretch>
        </p:blipFill>
        <p:spPr>
          <a:xfrm>
            <a:off x="6099048" y="4251960"/>
            <a:ext cx="6071616" cy="210312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31B570-5F5C-7155-7D51-D7F990C68A86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694"/>
          <a:stretch>
            <a:fillRect/>
          </a:stretch>
        </p:blipFill>
        <p:spPr>
          <a:xfrm>
            <a:off x="6367" y="9144"/>
            <a:ext cx="6071616" cy="210312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97867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7061">
        <p:fade/>
      </p:transition>
    </mc:Choice>
    <mc:Fallback>
      <p:transition spd="med" advTm="706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|1|1|1.1|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|1|1|1.1|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|1|1|1.1|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403</TotalTime>
  <Words>43</Words>
  <Application>Microsoft Macintosh PowerPoint</Application>
  <PresentationFormat>Custom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Farhan Ishmam</dc:creator>
  <cp:lastModifiedBy>Farhan Ishmam</cp:lastModifiedBy>
  <cp:revision>7</cp:revision>
  <dcterms:created xsi:type="dcterms:W3CDTF">2026-03-07T09:38:55Z</dcterms:created>
  <dcterms:modified xsi:type="dcterms:W3CDTF">2026-03-07T16:22:08Z</dcterms:modified>
</cp:coreProperties>
</file>