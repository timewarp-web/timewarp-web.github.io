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4"/>
    <p:restoredTop sz="94610"/>
  </p:normalViewPr>
  <p:slideViewPr>
    <p:cSldViewPr snapToGrid="0">
      <p:cViewPr>
        <p:scale>
          <a:sx n="152" d="100"/>
          <a:sy n="152" d="100"/>
        </p:scale>
        <p:origin x="-45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97890"/>
            <a:ext cx="91440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81630"/>
            <a:ext cx="91440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6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67791"/>
            <a:ext cx="1051560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71571"/>
            <a:ext cx="1051560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0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0500"/>
            <a:ext cx="518160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60500"/>
            <a:ext cx="518160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2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92101"/>
            <a:ext cx="1051560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44930"/>
            <a:ext cx="5157787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004060"/>
            <a:ext cx="515778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44930"/>
            <a:ext cx="5183188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04060"/>
            <a:ext cx="5183188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6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85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96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760"/>
            <a:ext cx="3932237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89940"/>
            <a:ext cx="617220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45920"/>
            <a:ext cx="3932237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4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760"/>
            <a:ext cx="3932237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89940"/>
            <a:ext cx="617220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45920"/>
            <a:ext cx="3932237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8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6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92100"/>
            <a:ext cx="262890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92100"/>
            <a:ext cx="773430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1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92101"/>
            <a:ext cx="1051560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60500"/>
            <a:ext cx="1051560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85080"/>
            <a:ext cx="27432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E1F41-8ADB-8B46-B7E0-CAE1EA5F7DD0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85080"/>
            <a:ext cx="41148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85080"/>
            <a:ext cx="274320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42BB-A221-9A48-972C-9F427BC0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9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6">
            <a:extLst>
              <a:ext uri="{FF2B5EF4-FFF2-40B4-BE49-F238E27FC236}">
                <a16:creationId xmlns:a16="http://schemas.microsoft.com/office/drawing/2014/main" id="{F5889118-336D-1B42-F4E4-219B192C6AD4}"/>
              </a:ext>
            </a:extLst>
          </p:cNvPr>
          <p:cNvGrpSpPr/>
          <p:nvPr/>
        </p:nvGrpSpPr>
        <p:grpSpPr>
          <a:xfrm>
            <a:off x="108385" y="1942692"/>
            <a:ext cx="4347694" cy="3402655"/>
            <a:chOff x="108385" y="1942692"/>
            <a:chExt cx="4347694" cy="34026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A1D0965-F99D-6224-D7D2-21289AA5A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385" y="3406808"/>
              <a:ext cx="3840096" cy="1938539"/>
            </a:xfrm>
            <a:custGeom>
              <a:avLst/>
              <a:gdLst>
                <a:gd name="csX0" fmla="*/ -507 w 3840096"/>
                <a:gd name="csY0" fmla="*/ -78 h 1938539"/>
                <a:gd name="csX1" fmla="*/ 3839589 w 3840096"/>
                <a:gd name="csY1" fmla="*/ -78 h 1938539"/>
                <a:gd name="csX2" fmla="*/ 3839589 w 3840096"/>
                <a:gd name="csY2" fmla="*/ 1938461 h 1938539"/>
                <a:gd name="csX3" fmla="*/ -507 w 3840096"/>
                <a:gd name="csY3" fmla="*/ 1938461 h 1938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40096" h="1938539">
                  <a:moveTo>
                    <a:pt x="-507" y="-78"/>
                  </a:moveTo>
                  <a:lnTo>
                    <a:pt x="3839589" y="-78"/>
                  </a:lnTo>
                  <a:lnTo>
                    <a:pt x="3839589" y="1938461"/>
                  </a:lnTo>
                  <a:lnTo>
                    <a:pt x="-507" y="1938461"/>
                  </a:lnTo>
                  <a:close/>
                </a:path>
              </a:pathLst>
            </a:cu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368EFF3-DECE-B5F9-CC4D-7F74566C5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274" y="3174309"/>
              <a:ext cx="3836943" cy="1941681"/>
            </a:xfrm>
            <a:custGeom>
              <a:avLst/>
              <a:gdLst>
                <a:gd name="csX0" fmla="*/ -502 w 3836943"/>
                <a:gd name="csY0" fmla="*/ -91 h 1941681"/>
                <a:gd name="csX1" fmla="*/ 3836442 w 3836943"/>
                <a:gd name="csY1" fmla="*/ -91 h 1941681"/>
                <a:gd name="csX2" fmla="*/ 3836442 w 3836943"/>
                <a:gd name="csY2" fmla="*/ 1941590 h 1941681"/>
                <a:gd name="csX3" fmla="*/ -502 w 3836943"/>
                <a:gd name="csY3" fmla="*/ 1941590 h 1941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36943" h="1941681">
                  <a:moveTo>
                    <a:pt x="-502" y="-91"/>
                  </a:moveTo>
                  <a:lnTo>
                    <a:pt x="3836442" y="-91"/>
                  </a:lnTo>
                  <a:lnTo>
                    <a:pt x="3836442" y="1941590"/>
                  </a:lnTo>
                  <a:lnTo>
                    <a:pt x="-502" y="1941590"/>
                  </a:lnTo>
                  <a:close/>
                </a:path>
              </a:pathLst>
            </a:cu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8F1BE6-10C8-2396-69A2-A7C852B69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8635" y="2885256"/>
              <a:ext cx="3836943" cy="1938539"/>
            </a:xfrm>
            <a:custGeom>
              <a:avLst/>
              <a:gdLst>
                <a:gd name="csX0" fmla="*/ -498 w 3836943"/>
                <a:gd name="csY0" fmla="*/ -106 h 1938539"/>
                <a:gd name="csX1" fmla="*/ 3836445 w 3836943"/>
                <a:gd name="csY1" fmla="*/ -106 h 1938539"/>
                <a:gd name="csX2" fmla="*/ 3836445 w 3836943"/>
                <a:gd name="csY2" fmla="*/ 1938434 h 1938539"/>
                <a:gd name="csX3" fmla="*/ -498 w 3836943"/>
                <a:gd name="csY3" fmla="*/ 1938434 h 1938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36943" h="1938539">
                  <a:moveTo>
                    <a:pt x="-498" y="-106"/>
                  </a:moveTo>
                  <a:lnTo>
                    <a:pt x="3836445" y="-106"/>
                  </a:lnTo>
                  <a:lnTo>
                    <a:pt x="3836445" y="1938434"/>
                  </a:lnTo>
                  <a:lnTo>
                    <a:pt x="-498" y="1938434"/>
                  </a:lnTo>
                  <a:close/>
                </a:path>
              </a:pathLst>
            </a:cu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F55496-6372-4B1D-95A2-66D23D53D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7997" y="2583635"/>
              <a:ext cx="3836943" cy="1938539"/>
            </a:xfrm>
            <a:custGeom>
              <a:avLst/>
              <a:gdLst>
                <a:gd name="csX0" fmla="*/ -494 w 3836943"/>
                <a:gd name="csY0" fmla="*/ -122 h 1938539"/>
                <a:gd name="csX1" fmla="*/ 3836449 w 3836943"/>
                <a:gd name="csY1" fmla="*/ -122 h 1938539"/>
                <a:gd name="csX2" fmla="*/ 3836449 w 3836943"/>
                <a:gd name="csY2" fmla="*/ 1938418 h 1938539"/>
                <a:gd name="csX3" fmla="*/ -494 w 3836943"/>
                <a:gd name="csY3" fmla="*/ 1938418 h 1938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36943" h="1938539">
                  <a:moveTo>
                    <a:pt x="-494" y="-122"/>
                  </a:moveTo>
                  <a:lnTo>
                    <a:pt x="3836449" y="-122"/>
                  </a:lnTo>
                  <a:lnTo>
                    <a:pt x="3836449" y="1938418"/>
                  </a:lnTo>
                  <a:lnTo>
                    <a:pt x="-494" y="1938418"/>
                  </a:lnTo>
                  <a:close/>
                </a:path>
              </a:pathLst>
            </a:cu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760FACB-BA2A-DDCD-8CF6-1D4D5E79A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1497" y="2253738"/>
              <a:ext cx="3836943" cy="1941681"/>
            </a:xfrm>
            <a:custGeom>
              <a:avLst/>
              <a:gdLst>
                <a:gd name="csX0" fmla="*/ -488 w 3836943"/>
                <a:gd name="csY0" fmla="*/ -140 h 1941681"/>
                <a:gd name="csX1" fmla="*/ 3836455 w 3836943"/>
                <a:gd name="csY1" fmla="*/ -140 h 1941681"/>
                <a:gd name="csX2" fmla="*/ 3836455 w 3836943"/>
                <a:gd name="csY2" fmla="*/ 1941542 h 1941681"/>
                <a:gd name="csX3" fmla="*/ -488 w 3836943"/>
                <a:gd name="csY3" fmla="*/ 1941542 h 1941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36943" h="1941681">
                  <a:moveTo>
                    <a:pt x="-488" y="-140"/>
                  </a:moveTo>
                  <a:lnTo>
                    <a:pt x="3836455" y="-140"/>
                  </a:lnTo>
                  <a:lnTo>
                    <a:pt x="3836455" y="1941542"/>
                  </a:lnTo>
                  <a:lnTo>
                    <a:pt x="-488" y="1941542"/>
                  </a:lnTo>
                  <a:close/>
                </a:path>
              </a:pathLst>
            </a:cu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FCA52E6-7429-56DC-8919-C55F883B5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9136" y="1942692"/>
              <a:ext cx="3836943" cy="1938539"/>
            </a:xfrm>
            <a:custGeom>
              <a:avLst/>
              <a:gdLst>
                <a:gd name="csX0" fmla="*/ -480 w 3836943"/>
                <a:gd name="csY0" fmla="*/ -156 h 1938539"/>
                <a:gd name="csX1" fmla="*/ 3836463 w 3836943"/>
                <a:gd name="csY1" fmla="*/ -156 h 1938539"/>
                <a:gd name="csX2" fmla="*/ 3836463 w 3836943"/>
                <a:gd name="csY2" fmla="*/ 1938384 h 1938539"/>
                <a:gd name="csX3" fmla="*/ -480 w 3836943"/>
                <a:gd name="csY3" fmla="*/ 1938384 h 1938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36943" h="1938539">
                  <a:moveTo>
                    <a:pt x="-480" y="-156"/>
                  </a:moveTo>
                  <a:lnTo>
                    <a:pt x="3836463" y="-156"/>
                  </a:lnTo>
                  <a:lnTo>
                    <a:pt x="3836463" y="1938384"/>
                  </a:lnTo>
                  <a:lnTo>
                    <a:pt x="-480" y="1938384"/>
                  </a:lnTo>
                  <a:close/>
                </a:path>
              </a:pathLst>
            </a:cu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AD0909E-9BB7-A574-7229-4E5C9153479A}"/>
              </a:ext>
            </a:extLst>
          </p:cNvPr>
          <p:cNvSpPr/>
          <p:nvPr/>
        </p:nvSpPr>
        <p:spPr>
          <a:xfrm>
            <a:off x="2151410" y="287500"/>
            <a:ext cx="1138409" cy="378156"/>
          </a:xfrm>
          <a:prstGeom prst="rect">
            <a:avLst/>
          </a:prstGeom>
          <a:solidFill>
            <a:srgbClr val="FFFFFF"/>
          </a:solidFill>
          <a:ln w="18960" cap="flat">
            <a:solidFill>
              <a:srgbClr val="000000"/>
            </a:solidFill>
            <a:custDash>
              <a:ds d="225000" sp="225000"/>
            </a:custDash>
            <a:miter/>
          </a:ln>
        </p:spPr>
      </p:sp>
      <p:grpSp>
        <p:nvGrpSpPr>
          <p:cNvPr id="19" name="Graphic 6">
            <a:extLst>
              <a:ext uri="{FF2B5EF4-FFF2-40B4-BE49-F238E27FC236}">
                <a16:creationId xmlns:a16="http://schemas.microsoft.com/office/drawing/2014/main" id="{EBB22E18-D8F5-329A-F8EA-7909533FEE7A}"/>
              </a:ext>
            </a:extLst>
          </p:cNvPr>
          <p:cNvGrpSpPr/>
          <p:nvPr/>
        </p:nvGrpSpPr>
        <p:grpSpPr>
          <a:xfrm>
            <a:off x="2396168" y="144934"/>
            <a:ext cx="1363814" cy="132354"/>
            <a:chOff x="2396168" y="144934"/>
            <a:chExt cx="1363814" cy="132354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9C70A79-8EDF-CACA-E2BF-C0A125C25F0D}"/>
                </a:ext>
              </a:extLst>
            </p:cNvPr>
            <p:cNvSpPr/>
            <p:nvPr/>
          </p:nvSpPr>
          <p:spPr>
            <a:xfrm>
              <a:off x="2396168" y="211112"/>
              <a:ext cx="1264203" cy="18907"/>
            </a:xfrm>
            <a:custGeom>
              <a:avLst/>
              <a:gdLst>
                <a:gd name="csX0" fmla="*/ 0 w 1264203"/>
                <a:gd name="csY0" fmla="*/ 0 h 18907"/>
                <a:gd name="csX1" fmla="*/ 1264204 w 1264203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4203" h="18907">
                  <a:moveTo>
                    <a:pt x="0" y="0"/>
                  </a:moveTo>
                  <a:lnTo>
                    <a:pt x="1264204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897E580-1D1A-C0CA-FA79-7119E685CFEF}"/>
                </a:ext>
              </a:extLst>
            </p:cNvPr>
            <p:cNvSpPr/>
            <p:nvPr/>
          </p:nvSpPr>
          <p:spPr>
            <a:xfrm>
              <a:off x="3627168" y="144934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B5B53-7E2A-0CF8-D044-CE53293B37AB}"/>
              </a:ext>
            </a:extLst>
          </p:cNvPr>
          <p:cNvSpPr/>
          <p:nvPr/>
        </p:nvSpPr>
        <p:spPr>
          <a:xfrm>
            <a:off x="1354523" y="81026"/>
            <a:ext cx="948674" cy="357736"/>
          </a:xfrm>
          <a:prstGeom prst="rect">
            <a:avLst/>
          </a:prstGeom>
          <a:noFill/>
          <a:ln w="18960" cap="flat">
            <a:solidFill>
              <a:srgbClr val="000000"/>
            </a:solidFill>
            <a:custDash>
              <a:ds d="225000" sp="225000"/>
            </a:custDash>
            <a:miter/>
          </a:ln>
        </p:spPr>
      </p:sp>
      <p:grpSp>
        <p:nvGrpSpPr>
          <p:cNvPr id="23" name="Graphic 6">
            <a:extLst>
              <a:ext uri="{FF2B5EF4-FFF2-40B4-BE49-F238E27FC236}">
                <a16:creationId xmlns:a16="http://schemas.microsoft.com/office/drawing/2014/main" id="{21F000B7-4487-A5F8-0186-67A4614A764D}"/>
              </a:ext>
            </a:extLst>
          </p:cNvPr>
          <p:cNvGrpSpPr/>
          <p:nvPr/>
        </p:nvGrpSpPr>
        <p:grpSpPr>
          <a:xfrm>
            <a:off x="1314679" y="1071419"/>
            <a:ext cx="1973243" cy="548327"/>
            <a:chOff x="1314679" y="1071419"/>
            <a:chExt cx="1973243" cy="548327"/>
          </a:xfrm>
          <a:solidFill>
            <a:srgbClr val="6D876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8DB3964-1254-EB35-F957-0C81C93D00A8}"/>
                </a:ext>
              </a:extLst>
            </p:cNvPr>
            <p:cNvSpPr/>
            <p:nvPr/>
          </p:nvSpPr>
          <p:spPr>
            <a:xfrm>
              <a:off x="1314679" y="1071419"/>
              <a:ext cx="1973243" cy="548327"/>
            </a:xfrm>
            <a:prstGeom prst="rect">
              <a:avLst/>
            </a:prstGeom>
            <a:solidFill>
              <a:srgbClr val="6D8764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89B30DA-8670-A2A2-9A05-B9C35BDA5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52626" y="1222681"/>
              <a:ext cx="1935296" cy="321433"/>
            </a:xfrm>
            <a:custGeom>
              <a:avLst/>
              <a:gdLst>
                <a:gd name="csX0" fmla="*/ 0 w 1935296"/>
                <a:gd name="csY0" fmla="*/ 0 h 321433"/>
                <a:gd name="csX1" fmla="*/ 1935296 w 1935296"/>
                <a:gd name="csY1" fmla="*/ 0 h 321433"/>
                <a:gd name="csX2" fmla="*/ 1935296 w 1935296"/>
                <a:gd name="csY2" fmla="*/ 321433 h 321433"/>
                <a:gd name="csX3" fmla="*/ 0 w 1935296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35296" h="321433">
                  <a:moveTo>
                    <a:pt x="0" y="0"/>
                  </a:moveTo>
                  <a:lnTo>
                    <a:pt x="1935296" y="0"/>
                  </a:lnTo>
                  <a:lnTo>
                    <a:pt x="1935296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6" name="Graphic 6">
            <a:extLst>
              <a:ext uri="{FF2B5EF4-FFF2-40B4-BE49-F238E27FC236}">
                <a16:creationId xmlns:a16="http://schemas.microsoft.com/office/drawing/2014/main" id="{18D82E8C-FD14-9266-C07B-768A8E2301A2}"/>
              </a:ext>
            </a:extLst>
          </p:cNvPr>
          <p:cNvGrpSpPr/>
          <p:nvPr/>
        </p:nvGrpSpPr>
        <p:grpSpPr>
          <a:xfrm>
            <a:off x="1293998" y="136237"/>
            <a:ext cx="948674" cy="386854"/>
            <a:chOff x="1293998" y="136237"/>
            <a:chExt cx="948674" cy="386854"/>
          </a:xfrm>
          <a:solidFill>
            <a:srgbClr val="FFFFFF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FED9D8-461A-C620-5B78-9385F13CB1C9}"/>
                </a:ext>
              </a:extLst>
            </p:cNvPr>
            <p:cNvSpPr/>
            <p:nvPr/>
          </p:nvSpPr>
          <p:spPr>
            <a:xfrm>
              <a:off x="1293998" y="136237"/>
              <a:ext cx="948674" cy="357736"/>
            </a:xfrm>
            <a:prstGeom prst="rect">
              <a:avLst/>
            </a:prstGeom>
            <a:solidFill>
              <a:srgbClr val="FFFFFF"/>
            </a:solidFill>
            <a:ln w="18960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1F4FFAA-FD1A-843B-E430-4913D7AF9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14679" y="201658"/>
              <a:ext cx="910727" cy="321433"/>
            </a:xfrm>
            <a:custGeom>
              <a:avLst/>
              <a:gdLst>
                <a:gd name="csX0" fmla="*/ 0 w 910727"/>
                <a:gd name="csY0" fmla="*/ 0 h 321433"/>
                <a:gd name="csX1" fmla="*/ 910728 w 910727"/>
                <a:gd name="csY1" fmla="*/ 0 h 321433"/>
                <a:gd name="csX2" fmla="*/ 910728 w 910727"/>
                <a:gd name="csY2" fmla="*/ 321433 h 321433"/>
                <a:gd name="csX3" fmla="*/ 0 w 91072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10727" h="321433">
                  <a:moveTo>
                    <a:pt x="0" y="0"/>
                  </a:moveTo>
                  <a:lnTo>
                    <a:pt x="910728" y="0"/>
                  </a:lnTo>
                  <a:lnTo>
                    <a:pt x="91072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9" name="Graphic 6">
            <a:extLst>
              <a:ext uri="{FF2B5EF4-FFF2-40B4-BE49-F238E27FC236}">
                <a16:creationId xmlns:a16="http://schemas.microsoft.com/office/drawing/2014/main" id="{462D3181-1ED7-669B-3BC2-BD4CA46FFC99}"/>
              </a:ext>
            </a:extLst>
          </p:cNvPr>
          <p:cNvGrpSpPr/>
          <p:nvPr/>
        </p:nvGrpSpPr>
        <p:grpSpPr>
          <a:xfrm>
            <a:off x="2079121" y="340442"/>
            <a:ext cx="1138409" cy="390635"/>
            <a:chOff x="2079121" y="340442"/>
            <a:chExt cx="1138409" cy="390635"/>
          </a:xfrm>
          <a:solidFill>
            <a:srgbClr val="FFFFFF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56A152C-56D6-1893-F83D-997D691D6E2A}"/>
                </a:ext>
              </a:extLst>
            </p:cNvPr>
            <p:cNvSpPr/>
            <p:nvPr/>
          </p:nvSpPr>
          <p:spPr>
            <a:xfrm>
              <a:off x="2079121" y="340442"/>
              <a:ext cx="1138409" cy="378156"/>
            </a:xfrm>
            <a:prstGeom prst="rect">
              <a:avLst/>
            </a:prstGeom>
            <a:solidFill>
              <a:srgbClr val="FFFFFF"/>
            </a:solidFill>
            <a:ln w="18960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2C16A6E-6BFF-39CC-184E-79DFFA4BA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92592" y="409644"/>
              <a:ext cx="1100462" cy="321433"/>
            </a:xfrm>
            <a:custGeom>
              <a:avLst/>
              <a:gdLst>
                <a:gd name="csX0" fmla="*/ 0 w 1100462"/>
                <a:gd name="csY0" fmla="*/ 0 h 321433"/>
                <a:gd name="csX1" fmla="*/ 1100463 w 1100462"/>
                <a:gd name="csY1" fmla="*/ 0 h 321433"/>
                <a:gd name="csX2" fmla="*/ 1100463 w 1100462"/>
                <a:gd name="csY2" fmla="*/ 321433 h 321433"/>
                <a:gd name="csX3" fmla="*/ 0 w 1100462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00462" h="321433">
                  <a:moveTo>
                    <a:pt x="0" y="0"/>
                  </a:moveTo>
                  <a:lnTo>
                    <a:pt x="1100463" y="0"/>
                  </a:lnTo>
                  <a:lnTo>
                    <a:pt x="1100463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32" name="Graphic 6">
            <a:extLst>
              <a:ext uri="{FF2B5EF4-FFF2-40B4-BE49-F238E27FC236}">
                <a16:creationId xmlns:a16="http://schemas.microsoft.com/office/drawing/2014/main" id="{E42C7468-C199-D434-36BA-C64691330A44}"/>
              </a:ext>
            </a:extLst>
          </p:cNvPr>
          <p:cNvGrpSpPr/>
          <p:nvPr/>
        </p:nvGrpSpPr>
        <p:grpSpPr>
          <a:xfrm>
            <a:off x="7604392" y="1139865"/>
            <a:ext cx="739966" cy="905307"/>
            <a:chOff x="7604392" y="1139865"/>
            <a:chExt cx="739966" cy="905307"/>
          </a:xfrm>
        </p:grpSpPr>
        <p:grpSp>
          <p:nvGrpSpPr>
            <p:cNvPr id="33" name="Graphic 6">
              <a:extLst>
                <a:ext uri="{FF2B5EF4-FFF2-40B4-BE49-F238E27FC236}">
                  <a16:creationId xmlns:a16="http://schemas.microsoft.com/office/drawing/2014/main" id="{CD17BA93-6823-5D71-5ECF-08BB859B693C}"/>
                </a:ext>
              </a:extLst>
            </p:cNvPr>
            <p:cNvGrpSpPr/>
            <p:nvPr/>
          </p:nvGrpSpPr>
          <p:grpSpPr>
            <a:xfrm>
              <a:off x="7930736" y="1139865"/>
              <a:ext cx="132814" cy="905307"/>
              <a:chOff x="7930736" y="1139865"/>
              <a:chExt cx="132814" cy="905307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C8703C5-82D2-E84A-8C3F-E4933A16B739}"/>
                  </a:ext>
                </a:extLst>
              </p:cNvPr>
              <p:cNvSpPr/>
              <p:nvPr/>
            </p:nvSpPr>
            <p:spPr>
              <a:xfrm>
                <a:off x="7985190" y="1239131"/>
                <a:ext cx="12522" cy="806041"/>
              </a:xfrm>
              <a:custGeom>
                <a:avLst/>
                <a:gdLst>
                  <a:gd name="csX0" fmla="*/ 0 w 12522"/>
                  <a:gd name="csY0" fmla="*/ 806041 h 806041"/>
                  <a:gd name="csX1" fmla="*/ 12523 w 12522"/>
                  <a:gd name="csY1" fmla="*/ 0 h 8060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522" h="806041">
                    <a:moveTo>
                      <a:pt x="0" y="806041"/>
                    </a:moveTo>
                    <a:lnTo>
                      <a:pt x="12523" y="0"/>
                    </a:lnTo>
                  </a:path>
                </a:pathLst>
              </a:custGeom>
              <a:noFill/>
              <a:ln w="18960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3C8FBFF3-DCBF-7D93-9D69-1F050317A1C1}"/>
                  </a:ext>
                </a:extLst>
              </p:cNvPr>
              <p:cNvSpPr/>
              <p:nvPr/>
            </p:nvSpPr>
            <p:spPr>
              <a:xfrm>
                <a:off x="7930736" y="1139865"/>
                <a:ext cx="132814" cy="133300"/>
              </a:xfrm>
              <a:custGeom>
                <a:avLst/>
                <a:gdLst>
                  <a:gd name="csX0" fmla="*/ 68494 w 132814"/>
                  <a:gd name="csY0" fmla="*/ 0 h 133300"/>
                  <a:gd name="csX1" fmla="*/ 132814 w 132814"/>
                  <a:gd name="csY1" fmla="*/ 133300 h 133300"/>
                  <a:gd name="csX2" fmla="*/ 66976 w 132814"/>
                  <a:gd name="csY2" fmla="*/ 99266 h 133300"/>
                  <a:gd name="csX3" fmla="*/ 0 w 132814"/>
                  <a:gd name="csY3" fmla="*/ 131220 h 133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2814" h="133300">
                    <a:moveTo>
                      <a:pt x="68494" y="0"/>
                    </a:moveTo>
                    <a:lnTo>
                      <a:pt x="132814" y="133300"/>
                    </a:lnTo>
                    <a:lnTo>
                      <a:pt x="66976" y="99266"/>
                    </a:lnTo>
                    <a:lnTo>
                      <a:pt x="0" y="131220"/>
                    </a:lnTo>
                    <a:close/>
                  </a:path>
                </a:pathLst>
              </a:custGeom>
              <a:solidFill>
                <a:srgbClr val="000000"/>
              </a:solidFill>
              <a:ln w="18960" cap="flat">
                <a:solidFill>
                  <a:srgbClr val="000000"/>
                </a:solidFill>
                <a:prstDash val="solid"/>
                <a:miter/>
              </a:ln>
            </p:spPr>
          </p:sp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75E8EDD-4C4C-EF11-2781-10C0758CB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04392" y="1449575"/>
              <a:ext cx="739966" cy="543600"/>
            </a:xfrm>
            <a:custGeom>
              <a:avLst/>
              <a:gdLst>
                <a:gd name="csX0" fmla="*/ 0 w 739966"/>
                <a:gd name="csY0" fmla="*/ 0 h 543600"/>
                <a:gd name="csX1" fmla="*/ 739966 w 739966"/>
                <a:gd name="csY1" fmla="*/ 0 h 543600"/>
                <a:gd name="csX2" fmla="*/ 739966 w 739966"/>
                <a:gd name="csY2" fmla="*/ 543600 h 543600"/>
                <a:gd name="csX3" fmla="*/ 0 w 739966"/>
                <a:gd name="csY3" fmla="*/ 543600 h 543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9966" h="543600">
                  <a:moveTo>
                    <a:pt x="0" y="0"/>
                  </a:moveTo>
                  <a:lnTo>
                    <a:pt x="739966" y="0"/>
                  </a:lnTo>
                  <a:lnTo>
                    <a:pt x="739966" y="543600"/>
                  </a:lnTo>
                  <a:lnTo>
                    <a:pt x="0" y="543600"/>
                  </a:lnTo>
                  <a:close/>
                </a:path>
              </a:pathLst>
            </a:custGeom>
          </p:spPr>
        </p:pic>
      </p:grpSp>
      <p:grpSp>
        <p:nvGrpSpPr>
          <p:cNvPr id="37" name="Graphic 6">
            <a:extLst>
              <a:ext uri="{FF2B5EF4-FFF2-40B4-BE49-F238E27FC236}">
                <a16:creationId xmlns:a16="http://schemas.microsoft.com/office/drawing/2014/main" id="{FEA53B99-CB16-7F7F-3E86-39D1DE9FEF39}"/>
              </a:ext>
            </a:extLst>
          </p:cNvPr>
          <p:cNvGrpSpPr/>
          <p:nvPr/>
        </p:nvGrpSpPr>
        <p:grpSpPr>
          <a:xfrm>
            <a:off x="8650590" y="409644"/>
            <a:ext cx="1411438" cy="543600"/>
            <a:chOff x="8650590" y="409644"/>
            <a:chExt cx="1411438" cy="543600"/>
          </a:xfrm>
        </p:grpSpPr>
        <p:grpSp>
          <p:nvGrpSpPr>
            <p:cNvPr id="38" name="Graphic 6">
              <a:extLst>
                <a:ext uri="{FF2B5EF4-FFF2-40B4-BE49-F238E27FC236}">
                  <a16:creationId xmlns:a16="http://schemas.microsoft.com/office/drawing/2014/main" id="{8B203636-F2BB-38EB-2589-27250202D3A6}"/>
                </a:ext>
              </a:extLst>
            </p:cNvPr>
            <p:cNvGrpSpPr/>
            <p:nvPr/>
          </p:nvGrpSpPr>
          <p:grpSpPr>
            <a:xfrm>
              <a:off x="8650590" y="579815"/>
              <a:ext cx="1411438" cy="132354"/>
              <a:chOff x="8650590" y="579815"/>
              <a:chExt cx="1411438" cy="132354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AD187EFD-7298-C196-A213-C95CB4D130A5}"/>
                  </a:ext>
                </a:extLst>
              </p:cNvPr>
              <p:cNvSpPr/>
              <p:nvPr/>
            </p:nvSpPr>
            <p:spPr>
              <a:xfrm>
                <a:off x="8650590" y="645992"/>
                <a:ext cx="1311827" cy="18907"/>
              </a:xfrm>
              <a:custGeom>
                <a:avLst/>
                <a:gdLst>
                  <a:gd name="csX0" fmla="*/ 0 w 1311827"/>
                  <a:gd name="csY0" fmla="*/ 0 h 18907"/>
                  <a:gd name="csX1" fmla="*/ 1311828 w 1311827"/>
                  <a:gd name="csY1" fmla="*/ 0 h 189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11827" h="18907">
                    <a:moveTo>
                      <a:pt x="0" y="0"/>
                    </a:moveTo>
                    <a:lnTo>
                      <a:pt x="1311828" y="0"/>
                    </a:lnTo>
                  </a:path>
                </a:pathLst>
              </a:custGeom>
              <a:noFill/>
              <a:ln w="18960" cap="flat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36907AC3-A222-9895-B05D-20012912FB7F}"/>
                  </a:ext>
                </a:extLst>
              </p:cNvPr>
              <p:cNvSpPr/>
              <p:nvPr/>
            </p:nvSpPr>
            <p:spPr>
              <a:xfrm>
                <a:off x="9929214" y="579815"/>
                <a:ext cx="132814" cy="132354"/>
              </a:xfrm>
              <a:custGeom>
                <a:avLst/>
                <a:gdLst>
                  <a:gd name="csX0" fmla="*/ 132814 w 132814"/>
                  <a:gd name="csY0" fmla="*/ 66177 h 132354"/>
                  <a:gd name="csX1" fmla="*/ 0 w 132814"/>
                  <a:gd name="csY1" fmla="*/ 132355 h 132354"/>
                  <a:gd name="csX2" fmla="*/ 33204 w 132814"/>
                  <a:gd name="csY2" fmla="*/ 66177 h 132354"/>
                  <a:gd name="csX3" fmla="*/ 0 w 132814"/>
                  <a:gd name="csY3" fmla="*/ 0 h 132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2814" h="132354">
                    <a:moveTo>
                      <a:pt x="132814" y="66177"/>
                    </a:moveTo>
                    <a:lnTo>
                      <a:pt x="0" y="132355"/>
                    </a:lnTo>
                    <a:lnTo>
                      <a:pt x="33204" y="66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960" cap="flat">
                <a:solidFill>
                  <a:srgbClr val="000000"/>
                </a:solidFill>
                <a:prstDash val="solid"/>
                <a:miter/>
              </a:ln>
            </p:spPr>
          </p: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94FC0FB-A9A0-F207-0275-CC2AAA89C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94589" y="409644"/>
              <a:ext cx="815860" cy="543600"/>
            </a:xfrm>
            <a:custGeom>
              <a:avLst/>
              <a:gdLst>
                <a:gd name="csX0" fmla="*/ 0 w 815860"/>
                <a:gd name="csY0" fmla="*/ 0 h 543600"/>
                <a:gd name="csX1" fmla="*/ 815860 w 815860"/>
                <a:gd name="csY1" fmla="*/ 0 h 543600"/>
                <a:gd name="csX2" fmla="*/ 815860 w 815860"/>
                <a:gd name="csY2" fmla="*/ 543600 h 543600"/>
                <a:gd name="csX3" fmla="*/ 0 w 815860"/>
                <a:gd name="csY3" fmla="*/ 543600 h 543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15860" h="543600">
                  <a:moveTo>
                    <a:pt x="0" y="0"/>
                  </a:moveTo>
                  <a:lnTo>
                    <a:pt x="815860" y="0"/>
                  </a:lnTo>
                  <a:lnTo>
                    <a:pt x="815860" y="543600"/>
                  </a:lnTo>
                  <a:lnTo>
                    <a:pt x="0" y="543600"/>
                  </a:lnTo>
                  <a:close/>
                </a:path>
              </a:pathLst>
            </a:custGeom>
          </p:spPr>
        </p:pic>
      </p:grpSp>
      <p:grpSp>
        <p:nvGrpSpPr>
          <p:cNvPr id="42" name="Graphic 6">
            <a:extLst>
              <a:ext uri="{FF2B5EF4-FFF2-40B4-BE49-F238E27FC236}">
                <a16:creationId xmlns:a16="http://schemas.microsoft.com/office/drawing/2014/main" id="{73603DBC-D7F9-9320-836A-89D6F8778554}"/>
              </a:ext>
            </a:extLst>
          </p:cNvPr>
          <p:cNvGrpSpPr/>
          <p:nvPr/>
        </p:nvGrpSpPr>
        <p:grpSpPr>
          <a:xfrm>
            <a:off x="7348439" y="173296"/>
            <a:ext cx="1308981" cy="945392"/>
            <a:chOff x="7348439" y="173296"/>
            <a:chExt cx="1308981" cy="945392"/>
          </a:xfrm>
          <a:solidFill>
            <a:srgbClr val="0050EF"/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0851C80-8071-3723-3622-6832E7A481B2}"/>
                </a:ext>
              </a:extLst>
            </p:cNvPr>
            <p:cNvSpPr/>
            <p:nvPr/>
          </p:nvSpPr>
          <p:spPr>
            <a:xfrm>
              <a:off x="7348439" y="173296"/>
              <a:ext cx="1302150" cy="945392"/>
            </a:xfrm>
            <a:prstGeom prst="rect">
              <a:avLst/>
            </a:prstGeom>
            <a:solidFill>
              <a:srgbClr val="0050E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4D53004-9D69-E992-4E3F-FE97183C2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386196" y="655446"/>
              <a:ext cx="1271223" cy="56723"/>
            </a:xfrm>
            <a:custGeom>
              <a:avLst/>
              <a:gdLst>
                <a:gd name="csX0" fmla="*/ 0 w 1271223"/>
                <a:gd name="csY0" fmla="*/ 0 h 56723"/>
                <a:gd name="csX1" fmla="*/ 1271224 w 1271223"/>
                <a:gd name="csY1" fmla="*/ 0 h 56723"/>
                <a:gd name="csX2" fmla="*/ 1271224 w 1271223"/>
                <a:gd name="csY2" fmla="*/ 56724 h 56723"/>
                <a:gd name="csX3" fmla="*/ 0 w 1271223"/>
                <a:gd name="csY3" fmla="*/ 56724 h 56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1223" h="56723">
                  <a:moveTo>
                    <a:pt x="0" y="0"/>
                  </a:moveTo>
                  <a:lnTo>
                    <a:pt x="1271224" y="0"/>
                  </a:lnTo>
                  <a:lnTo>
                    <a:pt x="1271224" y="56724"/>
                  </a:lnTo>
                  <a:lnTo>
                    <a:pt x="0" y="56724"/>
                  </a:lnTo>
                  <a:close/>
                </a:path>
              </a:pathLst>
            </a:custGeom>
          </p:spPr>
        </p:pic>
      </p:grpSp>
      <p:grpSp>
        <p:nvGrpSpPr>
          <p:cNvPr id="45" name="Graphic 6">
            <a:extLst>
              <a:ext uri="{FF2B5EF4-FFF2-40B4-BE49-F238E27FC236}">
                <a16:creationId xmlns:a16="http://schemas.microsoft.com/office/drawing/2014/main" id="{2E6116A4-B52F-1698-236B-F3B8F0102930}"/>
              </a:ext>
            </a:extLst>
          </p:cNvPr>
          <p:cNvGrpSpPr/>
          <p:nvPr/>
        </p:nvGrpSpPr>
        <p:grpSpPr>
          <a:xfrm>
            <a:off x="10083278" y="88211"/>
            <a:ext cx="1571953" cy="1115562"/>
            <a:chOff x="10083278" y="88211"/>
            <a:chExt cx="1571953" cy="1115562"/>
          </a:xfrm>
          <a:solidFill>
            <a:srgbClr val="FA6800"/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F1EC029-53E1-791F-79ED-B07D4A8FBE1E}"/>
                </a:ext>
              </a:extLst>
            </p:cNvPr>
            <p:cNvSpPr/>
            <p:nvPr/>
          </p:nvSpPr>
          <p:spPr>
            <a:xfrm>
              <a:off x="10083278" y="88211"/>
              <a:ext cx="1571953" cy="1115562"/>
            </a:xfrm>
            <a:prstGeom prst="rect">
              <a:avLst/>
            </a:prstGeom>
            <a:solidFill>
              <a:srgbClr val="FA6800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09E5D8F-1D1A-7868-6968-BA03E7F5B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099406" y="523091"/>
              <a:ext cx="1536852" cy="321433"/>
            </a:xfrm>
            <a:custGeom>
              <a:avLst/>
              <a:gdLst>
                <a:gd name="csX0" fmla="*/ 0 w 1536852"/>
                <a:gd name="csY0" fmla="*/ 0 h 321433"/>
                <a:gd name="csX1" fmla="*/ 1536853 w 1536852"/>
                <a:gd name="csY1" fmla="*/ 0 h 321433"/>
                <a:gd name="csX2" fmla="*/ 1536853 w 1536852"/>
                <a:gd name="csY2" fmla="*/ 321433 h 321433"/>
                <a:gd name="csX3" fmla="*/ 0 w 1536852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6852" h="321433">
                  <a:moveTo>
                    <a:pt x="0" y="0"/>
                  </a:moveTo>
                  <a:lnTo>
                    <a:pt x="1536853" y="0"/>
                  </a:lnTo>
                  <a:lnTo>
                    <a:pt x="1536853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48" name="Graphic 6">
            <a:extLst>
              <a:ext uri="{FF2B5EF4-FFF2-40B4-BE49-F238E27FC236}">
                <a16:creationId xmlns:a16="http://schemas.microsoft.com/office/drawing/2014/main" id="{C54D30AC-DC68-0E76-7F94-F2B946CB1959}"/>
              </a:ext>
            </a:extLst>
          </p:cNvPr>
          <p:cNvGrpSpPr/>
          <p:nvPr/>
        </p:nvGrpSpPr>
        <p:grpSpPr>
          <a:xfrm>
            <a:off x="2030359" y="1669285"/>
            <a:ext cx="132814" cy="527150"/>
            <a:chOff x="2030359" y="1669285"/>
            <a:chExt cx="132814" cy="527150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E86D9B85-ADF7-29B4-20D7-D563A00C9E7B}"/>
                </a:ext>
              </a:extLst>
            </p:cNvPr>
            <p:cNvSpPr/>
            <p:nvPr/>
          </p:nvSpPr>
          <p:spPr>
            <a:xfrm>
              <a:off x="2092592" y="1768551"/>
              <a:ext cx="4363" cy="427884"/>
            </a:xfrm>
            <a:custGeom>
              <a:avLst/>
              <a:gdLst>
                <a:gd name="csX0" fmla="*/ 0 w 4363"/>
                <a:gd name="csY0" fmla="*/ 427884 h 427884"/>
                <a:gd name="csX1" fmla="*/ 4364 w 4363"/>
                <a:gd name="csY1" fmla="*/ 0 h 4278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63" h="427884">
                  <a:moveTo>
                    <a:pt x="0" y="427884"/>
                  </a:moveTo>
                  <a:lnTo>
                    <a:pt x="4364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8B03972-FEB3-1811-59E5-81378D18D135}"/>
                </a:ext>
              </a:extLst>
            </p:cNvPr>
            <p:cNvSpPr/>
            <p:nvPr/>
          </p:nvSpPr>
          <p:spPr>
            <a:xfrm>
              <a:off x="2030359" y="1669285"/>
              <a:ext cx="132814" cy="132922"/>
            </a:xfrm>
            <a:custGeom>
              <a:avLst/>
              <a:gdLst>
                <a:gd name="csX0" fmla="*/ 67735 w 132814"/>
                <a:gd name="csY0" fmla="*/ 0 h 132922"/>
                <a:gd name="csX1" fmla="*/ 132814 w 132814"/>
                <a:gd name="csY1" fmla="*/ 132922 h 132922"/>
                <a:gd name="csX2" fmla="*/ 66597 w 132814"/>
                <a:gd name="csY2" fmla="*/ 99266 h 132922"/>
                <a:gd name="csX3" fmla="*/ 0 w 132814"/>
                <a:gd name="csY3" fmla="*/ 131599 h 1329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922">
                  <a:moveTo>
                    <a:pt x="67735" y="0"/>
                  </a:moveTo>
                  <a:lnTo>
                    <a:pt x="132814" y="132922"/>
                  </a:lnTo>
                  <a:lnTo>
                    <a:pt x="66597" y="99266"/>
                  </a:lnTo>
                  <a:lnTo>
                    <a:pt x="0" y="131599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51" name="Graphic 6">
            <a:extLst>
              <a:ext uri="{FF2B5EF4-FFF2-40B4-BE49-F238E27FC236}">
                <a16:creationId xmlns:a16="http://schemas.microsoft.com/office/drawing/2014/main" id="{7E2264D2-7EC4-1E0F-8E07-409D67917213}"/>
              </a:ext>
            </a:extLst>
          </p:cNvPr>
          <p:cNvGrpSpPr/>
          <p:nvPr/>
        </p:nvGrpSpPr>
        <p:grpSpPr>
          <a:xfrm>
            <a:off x="2229201" y="1641679"/>
            <a:ext cx="132814" cy="495763"/>
            <a:chOff x="2229201" y="1641679"/>
            <a:chExt cx="132814" cy="495763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211B427-4E4D-0969-8563-31B2E8C61BA4}"/>
                </a:ext>
              </a:extLst>
            </p:cNvPr>
            <p:cNvSpPr/>
            <p:nvPr/>
          </p:nvSpPr>
          <p:spPr>
            <a:xfrm>
              <a:off x="2295608" y="1641679"/>
              <a:ext cx="18973" cy="396497"/>
            </a:xfrm>
            <a:custGeom>
              <a:avLst/>
              <a:gdLst>
                <a:gd name="csX0" fmla="*/ 0 w 18973"/>
                <a:gd name="csY0" fmla="*/ 0 h 396497"/>
                <a:gd name="csX1" fmla="*/ 0 w 18973"/>
                <a:gd name="csY1" fmla="*/ 396497 h 396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973" h="396497">
                  <a:moveTo>
                    <a:pt x="0" y="0"/>
                  </a:moveTo>
                  <a:lnTo>
                    <a:pt x="0" y="396497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BD6445F-B37D-D4A9-D690-8360A1B124CD}"/>
                </a:ext>
              </a:extLst>
            </p:cNvPr>
            <p:cNvSpPr/>
            <p:nvPr/>
          </p:nvSpPr>
          <p:spPr>
            <a:xfrm>
              <a:off x="2229201" y="2005088"/>
              <a:ext cx="132814" cy="132354"/>
            </a:xfrm>
            <a:custGeom>
              <a:avLst/>
              <a:gdLst>
                <a:gd name="csX0" fmla="*/ 66407 w 132814"/>
                <a:gd name="csY0" fmla="*/ 132355 h 132354"/>
                <a:gd name="csX1" fmla="*/ 0 w 132814"/>
                <a:gd name="csY1" fmla="*/ 0 h 132354"/>
                <a:gd name="csX2" fmla="*/ 66407 w 132814"/>
                <a:gd name="csY2" fmla="*/ 33089 h 132354"/>
                <a:gd name="csX3" fmla="*/ 132814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66407" y="132355"/>
                  </a:moveTo>
                  <a:lnTo>
                    <a:pt x="0" y="0"/>
                  </a:lnTo>
                  <a:lnTo>
                    <a:pt x="66407" y="33089"/>
                  </a:lnTo>
                  <a:lnTo>
                    <a:pt x="132814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96930320-0DED-7773-0660-A8CE22F71E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9162" y="478091"/>
            <a:ext cx="474337" cy="432800"/>
          </a:xfrm>
          <a:custGeom>
            <a:avLst/>
            <a:gdLst>
              <a:gd name="csX0" fmla="*/ 0 w 474337"/>
              <a:gd name="csY0" fmla="*/ 0 h 432800"/>
              <a:gd name="csX1" fmla="*/ 474337 w 474337"/>
              <a:gd name="csY1" fmla="*/ 0 h 432800"/>
              <a:gd name="csX2" fmla="*/ 474337 w 474337"/>
              <a:gd name="csY2" fmla="*/ 432801 h 432800"/>
              <a:gd name="csX3" fmla="*/ 0 w 474337"/>
              <a:gd name="csY3" fmla="*/ 432801 h 43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74337" h="432800">
                <a:moveTo>
                  <a:pt x="0" y="0"/>
                </a:moveTo>
                <a:lnTo>
                  <a:pt x="474337" y="0"/>
                </a:lnTo>
                <a:lnTo>
                  <a:pt x="474337" y="432801"/>
                </a:lnTo>
                <a:lnTo>
                  <a:pt x="0" y="432801"/>
                </a:lnTo>
                <a:close/>
              </a:path>
            </a:pathLst>
          </a:cu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82D7883-747A-CEF7-D0C7-440671F3989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23734"/>
          <a:stretch>
            <a:fillRect/>
          </a:stretch>
        </p:blipFill>
        <p:spPr>
          <a:xfrm>
            <a:off x="146861" y="1007132"/>
            <a:ext cx="758939" cy="432800"/>
          </a:xfrm>
          <a:custGeom>
            <a:avLst/>
            <a:gdLst>
              <a:gd name="csX0" fmla="*/ 0 w 758939"/>
              <a:gd name="csY0" fmla="*/ 0 h 567490"/>
              <a:gd name="csX1" fmla="*/ 758940 w 758939"/>
              <a:gd name="csY1" fmla="*/ 0 h 567490"/>
              <a:gd name="csX2" fmla="*/ 758940 w 758939"/>
              <a:gd name="csY2" fmla="*/ 567491 h 567490"/>
              <a:gd name="csX3" fmla="*/ 0 w 758939"/>
              <a:gd name="csY3" fmla="*/ 567491 h 567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8939" h="567490">
                <a:moveTo>
                  <a:pt x="0" y="0"/>
                </a:moveTo>
                <a:lnTo>
                  <a:pt x="758940" y="0"/>
                </a:lnTo>
                <a:lnTo>
                  <a:pt x="758940" y="567491"/>
                </a:lnTo>
                <a:lnTo>
                  <a:pt x="0" y="567491"/>
                </a:lnTo>
                <a:close/>
              </a:path>
            </a:pathLst>
          </a:cu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2300A0A-A2CF-FC1E-314E-A49E2291F37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3190" y="1430100"/>
            <a:ext cx="569204" cy="567235"/>
          </a:xfrm>
          <a:custGeom>
            <a:avLst/>
            <a:gdLst>
              <a:gd name="csX0" fmla="*/ 0 w 569204"/>
              <a:gd name="csY0" fmla="*/ 0 h 567235"/>
              <a:gd name="csX1" fmla="*/ 569205 w 569204"/>
              <a:gd name="csY1" fmla="*/ 0 h 567235"/>
              <a:gd name="csX2" fmla="*/ 569205 w 569204"/>
              <a:gd name="csY2" fmla="*/ 567235 h 567235"/>
              <a:gd name="csX3" fmla="*/ 0 w 569204"/>
              <a:gd name="csY3" fmla="*/ 567235 h 567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9204" h="567235">
                <a:moveTo>
                  <a:pt x="0" y="0"/>
                </a:moveTo>
                <a:lnTo>
                  <a:pt x="569205" y="0"/>
                </a:lnTo>
                <a:lnTo>
                  <a:pt x="569205" y="567235"/>
                </a:lnTo>
                <a:lnTo>
                  <a:pt x="0" y="567235"/>
                </a:lnTo>
                <a:close/>
              </a:path>
            </a:pathLst>
          </a:cu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B6FE37B-8983-4385-9F5E-451FAD8CCA55}"/>
              </a:ext>
            </a:extLst>
          </p:cNvPr>
          <p:cNvSpPr/>
          <p:nvPr/>
        </p:nvSpPr>
        <p:spPr>
          <a:xfrm>
            <a:off x="100376" y="397921"/>
            <a:ext cx="834833" cy="1588258"/>
          </a:xfrm>
          <a:prstGeom prst="rect">
            <a:avLst/>
          </a:prstGeom>
          <a:noFill/>
          <a:ln w="18960" cap="flat">
            <a:solidFill>
              <a:srgbClr val="000000"/>
            </a:solidFill>
            <a:custDash>
              <a:ds d="225000" sp="225000"/>
            </a:custDash>
            <a:miter/>
          </a:ln>
        </p:spPr>
      </p:sp>
      <p:grpSp>
        <p:nvGrpSpPr>
          <p:cNvPr id="58" name="Graphic 6">
            <a:extLst>
              <a:ext uri="{FF2B5EF4-FFF2-40B4-BE49-F238E27FC236}">
                <a16:creationId xmlns:a16="http://schemas.microsoft.com/office/drawing/2014/main" id="{8F7E3F60-041C-DE47-5AA9-FE9E1DE1D3A7}"/>
              </a:ext>
            </a:extLst>
          </p:cNvPr>
          <p:cNvGrpSpPr/>
          <p:nvPr/>
        </p:nvGrpSpPr>
        <p:grpSpPr>
          <a:xfrm>
            <a:off x="176269" y="66278"/>
            <a:ext cx="683045" cy="343366"/>
            <a:chOff x="176269" y="66278"/>
            <a:chExt cx="683045" cy="343366"/>
          </a:xfrm>
          <a:noFill/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99E484C-0F80-3AE0-528E-0C356DF87812}"/>
                </a:ext>
              </a:extLst>
            </p:cNvPr>
            <p:cNvSpPr/>
            <p:nvPr/>
          </p:nvSpPr>
          <p:spPr>
            <a:xfrm>
              <a:off x="176269" y="66278"/>
              <a:ext cx="683045" cy="274163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3C835315-A246-AA07-D1A7-7ECE972EF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95243" y="88211"/>
              <a:ext cx="645098" cy="321433"/>
            </a:xfrm>
            <a:custGeom>
              <a:avLst/>
              <a:gdLst>
                <a:gd name="csX0" fmla="*/ 0 w 645098"/>
                <a:gd name="csY0" fmla="*/ 0 h 321433"/>
                <a:gd name="csX1" fmla="*/ 645099 w 645098"/>
                <a:gd name="csY1" fmla="*/ 0 h 321433"/>
                <a:gd name="csX2" fmla="*/ 645099 w 645098"/>
                <a:gd name="csY2" fmla="*/ 321433 h 321433"/>
                <a:gd name="csX3" fmla="*/ 0 w 64509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45098" h="321433">
                  <a:moveTo>
                    <a:pt x="0" y="0"/>
                  </a:moveTo>
                  <a:lnTo>
                    <a:pt x="645099" y="0"/>
                  </a:lnTo>
                  <a:lnTo>
                    <a:pt x="645099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64" name="Graphic 6">
            <a:extLst>
              <a:ext uri="{FF2B5EF4-FFF2-40B4-BE49-F238E27FC236}">
                <a16:creationId xmlns:a16="http://schemas.microsoft.com/office/drawing/2014/main" id="{0408863D-1BBE-7B46-5222-31031FB4AD74}"/>
              </a:ext>
            </a:extLst>
          </p:cNvPr>
          <p:cNvGrpSpPr/>
          <p:nvPr/>
        </p:nvGrpSpPr>
        <p:grpSpPr>
          <a:xfrm>
            <a:off x="6563316" y="1197345"/>
            <a:ext cx="189734" cy="384585"/>
            <a:chOff x="6563316" y="1197345"/>
            <a:chExt cx="189734" cy="384585"/>
          </a:xfrm>
          <a:noFill/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87CD5FC-16F5-18BD-D827-B2C804FAAB4B}"/>
                </a:ext>
              </a:extLst>
            </p:cNvPr>
            <p:cNvSpPr/>
            <p:nvPr/>
          </p:nvSpPr>
          <p:spPr>
            <a:xfrm>
              <a:off x="6563316" y="1197345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3ACAFDE-8B4F-8546-275A-50F4EEF79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589310" y="1260497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67" name="Graphic 6">
            <a:extLst>
              <a:ext uri="{FF2B5EF4-FFF2-40B4-BE49-F238E27FC236}">
                <a16:creationId xmlns:a16="http://schemas.microsoft.com/office/drawing/2014/main" id="{2A966FB3-0A12-CB2D-48DA-606F15E2CFB2}"/>
              </a:ext>
            </a:extLst>
          </p:cNvPr>
          <p:cNvGrpSpPr/>
          <p:nvPr/>
        </p:nvGrpSpPr>
        <p:grpSpPr>
          <a:xfrm>
            <a:off x="2355755" y="1622771"/>
            <a:ext cx="189734" cy="394039"/>
            <a:chOff x="2355755" y="1622771"/>
            <a:chExt cx="189734" cy="394039"/>
          </a:xfrm>
          <a:noFill/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ACDA259-688E-1987-B592-3A7884412D0A}"/>
                </a:ext>
              </a:extLst>
            </p:cNvPr>
            <p:cNvSpPr/>
            <p:nvPr/>
          </p:nvSpPr>
          <p:spPr>
            <a:xfrm>
              <a:off x="2355755" y="1622771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A45D8A73-F5B3-7D46-64F3-C7DB97469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77195" y="1695377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70" name="Graphic 6">
            <a:extLst>
              <a:ext uri="{FF2B5EF4-FFF2-40B4-BE49-F238E27FC236}">
                <a16:creationId xmlns:a16="http://schemas.microsoft.com/office/drawing/2014/main" id="{556E4A34-D7C6-5DB1-7DA7-A0346F9A12E7}"/>
              </a:ext>
            </a:extLst>
          </p:cNvPr>
          <p:cNvGrpSpPr/>
          <p:nvPr/>
        </p:nvGrpSpPr>
        <p:grpSpPr>
          <a:xfrm>
            <a:off x="4443787" y="2513898"/>
            <a:ext cx="189734" cy="391581"/>
            <a:chOff x="4443787" y="2513898"/>
            <a:chExt cx="189734" cy="391581"/>
          </a:xfrm>
          <a:noFill/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61E99A2-875C-DF5C-5089-52ADAC378A4A}"/>
                </a:ext>
              </a:extLst>
            </p:cNvPr>
            <p:cNvSpPr/>
            <p:nvPr/>
          </p:nvSpPr>
          <p:spPr>
            <a:xfrm>
              <a:off x="4443787" y="2513898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F445602-AFD6-96BC-8747-DBA280ACD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464279" y="2584046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73" name="Graphic 6">
            <a:extLst>
              <a:ext uri="{FF2B5EF4-FFF2-40B4-BE49-F238E27FC236}">
                <a16:creationId xmlns:a16="http://schemas.microsoft.com/office/drawing/2014/main" id="{453D6FC8-8844-1F6B-F0DD-308AD156C9C3}"/>
              </a:ext>
            </a:extLst>
          </p:cNvPr>
          <p:cNvGrpSpPr/>
          <p:nvPr/>
        </p:nvGrpSpPr>
        <p:grpSpPr>
          <a:xfrm>
            <a:off x="7348439" y="1507055"/>
            <a:ext cx="189734" cy="396308"/>
            <a:chOff x="7348439" y="1507055"/>
            <a:chExt cx="189734" cy="396308"/>
          </a:xfrm>
          <a:noFill/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05386E-3403-FC53-CC42-80C661BD737C}"/>
                </a:ext>
              </a:extLst>
            </p:cNvPr>
            <p:cNvSpPr/>
            <p:nvPr/>
          </p:nvSpPr>
          <p:spPr>
            <a:xfrm>
              <a:off x="7348439" y="1507055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56F0A26-E3B4-BB05-4F92-A02B33C07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67223" y="1581930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76" name="Graphic 6">
            <a:extLst>
              <a:ext uri="{FF2B5EF4-FFF2-40B4-BE49-F238E27FC236}">
                <a16:creationId xmlns:a16="http://schemas.microsoft.com/office/drawing/2014/main" id="{9880695B-BB61-745D-0063-D8061515DBDA}"/>
              </a:ext>
            </a:extLst>
          </p:cNvPr>
          <p:cNvGrpSpPr/>
          <p:nvPr/>
        </p:nvGrpSpPr>
        <p:grpSpPr>
          <a:xfrm>
            <a:off x="9203478" y="59849"/>
            <a:ext cx="189734" cy="387610"/>
            <a:chOff x="9203478" y="59849"/>
            <a:chExt cx="189734" cy="387610"/>
          </a:xfrm>
          <a:noFill/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0BF1022-B300-B4E0-7E82-C9C092272445}"/>
                </a:ext>
              </a:extLst>
            </p:cNvPr>
            <p:cNvSpPr/>
            <p:nvPr/>
          </p:nvSpPr>
          <p:spPr>
            <a:xfrm>
              <a:off x="9203478" y="59849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68B79782-AB70-9C06-AADF-352A4942F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226625" y="126027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79" name="Graphic 6">
            <a:extLst>
              <a:ext uri="{FF2B5EF4-FFF2-40B4-BE49-F238E27FC236}">
                <a16:creationId xmlns:a16="http://schemas.microsoft.com/office/drawing/2014/main" id="{908527EB-CFBA-5D15-ADC6-3260F2CE9D45}"/>
              </a:ext>
            </a:extLst>
          </p:cNvPr>
          <p:cNvGrpSpPr/>
          <p:nvPr/>
        </p:nvGrpSpPr>
        <p:grpSpPr>
          <a:xfrm>
            <a:off x="2184993" y="976879"/>
            <a:ext cx="1138409" cy="775221"/>
            <a:chOff x="2184993" y="976879"/>
            <a:chExt cx="1138409" cy="775221"/>
          </a:xfrm>
          <a:noFill/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A372A93-2733-4946-21C1-F8B0A1A17995}"/>
                </a:ext>
              </a:extLst>
            </p:cNvPr>
            <p:cNvSpPr/>
            <p:nvPr/>
          </p:nvSpPr>
          <p:spPr>
            <a:xfrm>
              <a:off x="2184993" y="1033603"/>
              <a:ext cx="1138409" cy="567235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22DE859-EB80-E132-F014-C01EA6574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206433" y="976879"/>
              <a:ext cx="1100462" cy="775221"/>
            </a:xfrm>
            <a:custGeom>
              <a:avLst/>
              <a:gdLst>
                <a:gd name="csX0" fmla="*/ 0 w 1100462"/>
                <a:gd name="csY0" fmla="*/ 0 h 775221"/>
                <a:gd name="csX1" fmla="*/ 1100463 w 1100462"/>
                <a:gd name="csY1" fmla="*/ 0 h 775221"/>
                <a:gd name="csX2" fmla="*/ 1100463 w 1100462"/>
                <a:gd name="csY2" fmla="*/ 775222 h 775221"/>
                <a:gd name="csX3" fmla="*/ 0 w 1100462"/>
                <a:gd name="csY3" fmla="*/ 775222 h 775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00462" h="775221">
                  <a:moveTo>
                    <a:pt x="0" y="0"/>
                  </a:moveTo>
                  <a:lnTo>
                    <a:pt x="1100463" y="0"/>
                  </a:lnTo>
                  <a:lnTo>
                    <a:pt x="1100463" y="775222"/>
                  </a:lnTo>
                  <a:lnTo>
                    <a:pt x="0" y="775222"/>
                  </a:lnTo>
                  <a:close/>
                </a:path>
              </a:pathLst>
            </a:custGeom>
          </p:spPr>
        </p:pic>
      </p:grpSp>
      <p:grpSp>
        <p:nvGrpSpPr>
          <p:cNvPr id="82" name="Graphic 6">
            <a:extLst>
              <a:ext uri="{FF2B5EF4-FFF2-40B4-BE49-F238E27FC236}">
                <a16:creationId xmlns:a16="http://schemas.microsoft.com/office/drawing/2014/main" id="{6703F6AE-604F-7918-8755-405CCB51AE4C}"/>
              </a:ext>
            </a:extLst>
          </p:cNvPr>
          <p:cNvGrpSpPr/>
          <p:nvPr/>
        </p:nvGrpSpPr>
        <p:grpSpPr>
          <a:xfrm>
            <a:off x="7430215" y="400190"/>
            <a:ext cx="1138409" cy="907576"/>
            <a:chOff x="7430215" y="400190"/>
            <a:chExt cx="1138409" cy="907576"/>
          </a:xfrm>
          <a:noFill/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C867AFE-5F07-B4BE-D74C-7ECB34C7F77E}"/>
                </a:ext>
              </a:extLst>
            </p:cNvPr>
            <p:cNvSpPr/>
            <p:nvPr/>
          </p:nvSpPr>
          <p:spPr>
            <a:xfrm>
              <a:off x="7430215" y="664900"/>
              <a:ext cx="1138409" cy="311979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55A8564-6E36-84BF-3A6A-FF064ED99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443117" y="400190"/>
              <a:ext cx="1100462" cy="907576"/>
            </a:xfrm>
            <a:custGeom>
              <a:avLst/>
              <a:gdLst>
                <a:gd name="csX0" fmla="*/ 0 w 1100462"/>
                <a:gd name="csY0" fmla="*/ 0 h 907576"/>
                <a:gd name="csX1" fmla="*/ 1100463 w 1100462"/>
                <a:gd name="csY1" fmla="*/ 0 h 907576"/>
                <a:gd name="csX2" fmla="*/ 1100463 w 1100462"/>
                <a:gd name="csY2" fmla="*/ 907576 h 907576"/>
                <a:gd name="csX3" fmla="*/ 0 w 1100462"/>
                <a:gd name="csY3" fmla="*/ 907576 h 907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00462" h="907576">
                  <a:moveTo>
                    <a:pt x="0" y="0"/>
                  </a:moveTo>
                  <a:lnTo>
                    <a:pt x="1100463" y="0"/>
                  </a:lnTo>
                  <a:lnTo>
                    <a:pt x="1100463" y="907576"/>
                  </a:lnTo>
                  <a:lnTo>
                    <a:pt x="0" y="907576"/>
                  </a:lnTo>
                  <a:close/>
                </a:path>
              </a:pathLst>
            </a:custGeom>
          </p:spPr>
        </p:pic>
      </p:grpSp>
      <p:grpSp>
        <p:nvGrpSpPr>
          <p:cNvPr id="85" name="Graphic 6">
            <a:extLst>
              <a:ext uri="{FF2B5EF4-FFF2-40B4-BE49-F238E27FC236}">
                <a16:creationId xmlns:a16="http://schemas.microsoft.com/office/drawing/2014/main" id="{88956886-1F0C-D7CC-4BCC-317260C511E0}"/>
              </a:ext>
            </a:extLst>
          </p:cNvPr>
          <p:cNvGrpSpPr/>
          <p:nvPr/>
        </p:nvGrpSpPr>
        <p:grpSpPr>
          <a:xfrm>
            <a:off x="7348439" y="409644"/>
            <a:ext cx="1309170" cy="321433"/>
            <a:chOff x="7348439" y="409644"/>
            <a:chExt cx="1309170" cy="321433"/>
          </a:xfrm>
          <a:noFill/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D93E6DF-5794-7054-D7CA-195D8D3E623B}"/>
                </a:ext>
              </a:extLst>
            </p:cNvPr>
            <p:cNvSpPr/>
            <p:nvPr/>
          </p:nvSpPr>
          <p:spPr>
            <a:xfrm>
              <a:off x="7348439" y="456158"/>
              <a:ext cx="1309170" cy="133867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4D136041-6059-3A7D-8C74-D00DEAA45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367223" y="409644"/>
              <a:ext cx="1271223" cy="321433"/>
            </a:xfrm>
            <a:custGeom>
              <a:avLst/>
              <a:gdLst>
                <a:gd name="csX0" fmla="*/ 0 w 1271223"/>
                <a:gd name="csY0" fmla="*/ 0 h 321433"/>
                <a:gd name="csX1" fmla="*/ 1271224 w 1271223"/>
                <a:gd name="csY1" fmla="*/ 0 h 321433"/>
                <a:gd name="csX2" fmla="*/ 1271224 w 1271223"/>
                <a:gd name="csY2" fmla="*/ 321433 h 321433"/>
                <a:gd name="csX3" fmla="*/ 0 w 1271223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1223" h="321433">
                  <a:moveTo>
                    <a:pt x="0" y="0"/>
                  </a:moveTo>
                  <a:lnTo>
                    <a:pt x="1271224" y="0"/>
                  </a:lnTo>
                  <a:lnTo>
                    <a:pt x="1271224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88" name="Graphic 6">
            <a:extLst>
              <a:ext uri="{FF2B5EF4-FFF2-40B4-BE49-F238E27FC236}">
                <a16:creationId xmlns:a16="http://schemas.microsoft.com/office/drawing/2014/main" id="{594C1405-359F-0589-A652-CA68BC4B8DB6}"/>
              </a:ext>
            </a:extLst>
          </p:cNvPr>
          <p:cNvGrpSpPr/>
          <p:nvPr/>
        </p:nvGrpSpPr>
        <p:grpSpPr>
          <a:xfrm>
            <a:off x="9207652" y="532545"/>
            <a:ext cx="2011190" cy="794129"/>
            <a:chOff x="9207652" y="532545"/>
            <a:chExt cx="2011190" cy="794129"/>
          </a:xfrm>
          <a:noFill/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ED36D97-627B-7228-EAD6-C2BF4A73B596}"/>
                </a:ext>
              </a:extLst>
            </p:cNvPr>
            <p:cNvSpPr/>
            <p:nvPr/>
          </p:nvSpPr>
          <p:spPr>
            <a:xfrm>
              <a:off x="9207652" y="702716"/>
              <a:ext cx="1821455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DA2A2E8-410E-B15F-FBFE-61F5E0CB2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630664" y="532545"/>
              <a:ext cx="588178" cy="794129"/>
            </a:xfrm>
            <a:custGeom>
              <a:avLst/>
              <a:gdLst>
                <a:gd name="csX0" fmla="*/ 0 w 588178"/>
                <a:gd name="csY0" fmla="*/ 0 h 794129"/>
                <a:gd name="csX1" fmla="*/ 588178 w 588178"/>
                <a:gd name="csY1" fmla="*/ 0 h 794129"/>
                <a:gd name="csX2" fmla="*/ 588178 w 588178"/>
                <a:gd name="csY2" fmla="*/ 794129 h 794129"/>
                <a:gd name="csX3" fmla="*/ 0 w 588178"/>
                <a:gd name="csY3" fmla="*/ 794129 h 794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8178" h="794129">
                  <a:moveTo>
                    <a:pt x="0" y="0"/>
                  </a:moveTo>
                  <a:lnTo>
                    <a:pt x="588178" y="0"/>
                  </a:lnTo>
                  <a:lnTo>
                    <a:pt x="588178" y="794129"/>
                  </a:lnTo>
                  <a:lnTo>
                    <a:pt x="0" y="794129"/>
                  </a:lnTo>
                  <a:close/>
                </a:path>
              </a:pathLst>
            </a:custGeom>
          </p:spPr>
        </p:pic>
      </p:grpSp>
      <p:grpSp>
        <p:nvGrpSpPr>
          <p:cNvPr id="91" name="Graphic 6">
            <a:extLst>
              <a:ext uri="{FF2B5EF4-FFF2-40B4-BE49-F238E27FC236}">
                <a16:creationId xmlns:a16="http://schemas.microsoft.com/office/drawing/2014/main" id="{E88B5AF3-DC6C-8DB3-9CDA-D950B071815B}"/>
              </a:ext>
            </a:extLst>
          </p:cNvPr>
          <p:cNvGrpSpPr/>
          <p:nvPr/>
        </p:nvGrpSpPr>
        <p:grpSpPr>
          <a:xfrm>
            <a:off x="10232600" y="173296"/>
            <a:ext cx="1283367" cy="686921"/>
            <a:chOff x="10232600" y="173296"/>
            <a:chExt cx="1283367" cy="686921"/>
          </a:xfrm>
          <a:noFill/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CF670FA-DF6F-6B1B-BC2C-F9EB87A87994}"/>
                </a:ext>
              </a:extLst>
            </p:cNvPr>
            <p:cNvSpPr/>
            <p:nvPr/>
          </p:nvSpPr>
          <p:spPr>
            <a:xfrm>
              <a:off x="10232600" y="173296"/>
              <a:ext cx="1283367" cy="686921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DA650017-39DE-5F4B-75AB-FD8957824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251194" y="248928"/>
              <a:ext cx="1252250" cy="605050"/>
            </a:xfrm>
            <a:custGeom>
              <a:avLst/>
              <a:gdLst>
                <a:gd name="csX0" fmla="*/ 0 w 1252250"/>
                <a:gd name="csY0" fmla="*/ 0 h 605050"/>
                <a:gd name="csX1" fmla="*/ 1252251 w 1252250"/>
                <a:gd name="csY1" fmla="*/ 0 h 605050"/>
                <a:gd name="csX2" fmla="*/ 1252251 w 1252250"/>
                <a:gd name="csY2" fmla="*/ 605051 h 605050"/>
                <a:gd name="csX3" fmla="*/ 0 w 1252250"/>
                <a:gd name="csY3" fmla="*/ 605051 h 605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2250" h="605050">
                  <a:moveTo>
                    <a:pt x="0" y="0"/>
                  </a:moveTo>
                  <a:lnTo>
                    <a:pt x="1252251" y="0"/>
                  </a:lnTo>
                  <a:lnTo>
                    <a:pt x="1252251" y="605051"/>
                  </a:lnTo>
                  <a:lnTo>
                    <a:pt x="0" y="605051"/>
                  </a:lnTo>
                  <a:close/>
                </a:path>
              </a:pathLst>
            </a:custGeom>
          </p:spPr>
        </p:pic>
      </p:grpSp>
      <p:grpSp>
        <p:nvGrpSpPr>
          <p:cNvPr id="94" name="Graphic 6">
            <a:extLst>
              <a:ext uri="{FF2B5EF4-FFF2-40B4-BE49-F238E27FC236}">
                <a16:creationId xmlns:a16="http://schemas.microsoft.com/office/drawing/2014/main" id="{02A0DC15-A840-695B-03E5-AA0BF905CC90}"/>
              </a:ext>
            </a:extLst>
          </p:cNvPr>
          <p:cNvGrpSpPr/>
          <p:nvPr/>
        </p:nvGrpSpPr>
        <p:grpSpPr>
          <a:xfrm>
            <a:off x="4388195" y="2940270"/>
            <a:ext cx="358219" cy="132354"/>
            <a:chOff x="4388195" y="2940270"/>
            <a:chExt cx="358219" cy="132354"/>
          </a:xfrm>
        </p:grpSpPr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1C37237D-9745-9329-5F12-E8834ABD2230}"/>
                </a:ext>
              </a:extLst>
            </p:cNvPr>
            <p:cNvSpPr/>
            <p:nvPr/>
          </p:nvSpPr>
          <p:spPr>
            <a:xfrm>
              <a:off x="4388195" y="3006447"/>
              <a:ext cx="258608" cy="18907"/>
            </a:xfrm>
            <a:custGeom>
              <a:avLst/>
              <a:gdLst>
                <a:gd name="csX0" fmla="*/ 0 w 258608"/>
                <a:gd name="csY0" fmla="*/ 0 h 18907"/>
                <a:gd name="csX1" fmla="*/ 258609 w 258608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8608" h="18907">
                  <a:moveTo>
                    <a:pt x="0" y="0"/>
                  </a:moveTo>
                  <a:lnTo>
                    <a:pt x="258609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A719AB85-4C5D-69EE-1E13-01C474973528}"/>
                </a:ext>
              </a:extLst>
            </p:cNvPr>
            <p:cNvSpPr/>
            <p:nvPr/>
          </p:nvSpPr>
          <p:spPr>
            <a:xfrm>
              <a:off x="4613600" y="2940270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97" name="Graphic 6">
            <a:extLst>
              <a:ext uri="{FF2B5EF4-FFF2-40B4-BE49-F238E27FC236}">
                <a16:creationId xmlns:a16="http://schemas.microsoft.com/office/drawing/2014/main" id="{C86EA7B4-7D15-E8B1-FE40-5C7A87732752}"/>
              </a:ext>
            </a:extLst>
          </p:cNvPr>
          <p:cNvGrpSpPr/>
          <p:nvPr/>
        </p:nvGrpSpPr>
        <p:grpSpPr>
          <a:xfrm>
            <a:off x="4381175" y="3545510"/>
            <a:ext cx="358219" cy="132354"/>
            <a:chOff x="4381175" y="3545510"/>
            <a:chExt cx="358219" cy="132354"/>
          </a:xfrm>
        </p:grpSpPr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AE36484-2538-E063-4876-7E6F508F85C8}"/>
                </a:ext>
              </a:extLst>
            </p:cNvPr>
            <p:cNvSpPr/>
            <p:nvPr/>
          </p:nvSpPr>
          <p:spPr>
            <a:xfrm>
              <a:off x="4381175" y="3611687"/>
              <a:ext cx="258608" cy="18907"/>
            </a:xfrm>
            <a:custGeom>
              <a:avLst/>
              <a:gdLst>
                <a:gd name="csX0" fmla="*/ 0 w 258608"/>
                <a:gd name="csY0" fmla="*/ 0 h 18907"/>
                <a:gd name="csX1" fmla="*/ 258609 w 258608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8608" h="18907">
                  <a:moveTo>
                    <a:pt x="0" y="0"/>
                  </a:moveTo>
                  <a:lnTo>
                    <a:pt x="258609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FB6804DD-6439-FA6D-F057-41484C5B97F1}"/>
                </a:ext>
              </a:extLst>
            </p:cNvPr>
            <p:cNvSpPr/>
            <p:nvPr/>
          </p:nvSpPr>
          <p:spPr>
            <a:xfrm>
              <a:off x="4606580" y="3545510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00" name="Graphic 6">
            <a:extLst>
              <a:ext uri="{FF2B5EF4-FFF2-40B4-BE49-F238E27FC236}">
                <a16:creationId xmlns:a16="http://schemas.microsoft.com/office/drawing/2014/main" id="{3115C75D-8F35-E75B-9E90-5B8D4E23FCE5}"/>
              </a:ext>
            </a:extLst>
          </p:cNvPr>
          <p:cNvGrpSpPr/>
          <p:nvPr/>
        </p:nvGrpSpPr>
        <p:grpSpPr>
          <a:xfrm>
            <a:off x="4362201" y="4533633"/>
            <a:ext cx="358219" cy="132354"/>
            <a:chOff x="4362201" y="4533633"/>
            <a:chExt cx="358219" cy="132354"/>
          </a:xfrm>
        </p:grpSpPr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04A608B9-7E4B-D15C-0257-2677541B23D4}"/>
                </a:ext>
              </a:extLst>
            </p:cNvPr>
            <p:cNvSpPr/>
            <p:nvPr/>
          </p:nvSpPr>
          <p:spPr>
            <a:xfrm>
              <a:off x="4362201" y="4599811"/>
              <a:ext cx="258608" cy="18907"/>
            </a:xfrm>
            <a:custGeom>
              <a:avLst/>
              <a:gdLst>
                <a:gd name="csX0" fmla="*/ 0 w 258608"/>
                <a:gd name="csY0" fmla="*/ 0 h 18907"/>
                <a:gd name="csX1" fmla="*/ 258609 w 258608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8608" h="18907">
                  <a:moveTo>
                    <a:pt x="0" y="0"/>
                  </a:moveTo>
                  <a:lnTo>
                    <a:pt x="258609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6D5EF7D-FCF2-B3A0-0DF0-6C84F0CB0FAE}"/>
                </a:ext>
              </a:extLst>
            </p:cNvPr>
            <p:cNvSpPr/>
            <p:nvPr/>
          </p:nvSpPr>
          <p:spPr>
            <a:xfrm>
              <a:off x="4587606" y="4533633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03" name="Graphic 6">
            <a:extLst>
              <a:ext uri="{FF2B5EF4-FFF2-40B4-BE49-F238E27FC236}">
                <a16:creationId xmlns:a16="http://schemas.microsoft.com/office/drawing/2014/main" id="{73E11F78-9447-39C5-39B5-59B7A90D8DB7}"/>
              </a:ext>
            </a:extLst>
          </p:cNvPr>
          <p:cNvGrpSpPr/>
          <p:nvPr/>
        </p:nvGrpSpPr>
        <p:grpSpPr>
          <a:xfrm>
            <a:off x="9065730" y="1291884"/>
            <a:ext cx="2921917" cy="1021023"/>
            <a:chOff x="9065730" y="1291884"/>
            <a:chExt cx="2921917" cy="1021023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E78ACA1-96FD-CF4C-889A-2C1EAC7D8158}"/>
                </a:ext>
              </a:extLst>
            </p:cNvPr>
            <p:cNvSpPr/>
            <p:nvPr/>
          </p:nvSpPr>
          <p:spPr>
            <a:xfrm>
              <a:off x="9065730" y="1291884"/>
              <a:ext cx="2921917" cy="1021023"/>
            </a:xfrm>
            <a:prstGeom prst="rect">
              <a:avLst/>
            </a:prstGeom>
            <a:solidFill>
              <a:srgbClr val="ECEAE1"/>
            </a:solidFill>
            <a:ln w="18960" cap="flat">
              <a:noFill/>
              <a:prstDash val="solid"/>
              <a:miter/>
            </a:ln>
          </p:spPr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7591980-1D9B-5483-739C-9ADEEDB56349}"/>
                </a:ext>
              </a:extLst>
            </p:cNvPr>
            <p:cNvSpPr/>
            <p:nvPr/>
          </p:nvSpPr>
          <p:spPr>
            <a:xfrm>
              <a:off x="9065730" y="1291884"/>
              <a:ext cx="2921917" cy="1021023"/>
            </a:xfrm>
            <a:prstGeom prst="rect">
              <a:avLst/>
            </a:prstGeom>
            <a:solidFill>
              <a:srgbClr val="E6E6E6"/>
            </a:solidFill>
            <a:ln w="18960" cap="flat">
              <a:solidFill>
                <a:srgbClr val="000000"/>
              </a:solidFill>
              <a:custDash>
                <a:ds d="75000" sp="150000"/>
              </a:custDash>
              <a:miter/>
            </a:ln>
          </p:spPr>
        </p:sp>
        <p:grpSp>
          <p:nvGrpSpPr>
            <p:cNvPr id="106" name="Graphic 6">
              <a:extLst>
                <a:ext uri="{FF2B5EF4-FFF2-40B4-BE49-F238E27FC236}">
                  <a16:creationId xmlns:a16="http://schemas.microsoft.com/office/drawing/2014/main" id="{B8BB3721-F53C-2F32-6B79-BDAAB89DC244}"/>
                </a:ext>
              </a:extLst>
            </p:cNvPr>
            <p:cNvGrpSpPr/>
            <p:nvPr/>
          </p:nvGrpSpPr>
          <p:grpSpPr>
            <a:xfrm>
              <a:off x="9165531" y="1367515"/>
              <a:ext cx="1328144" cy="384585"/>
              <a:chOff x="9165531" y="1367515"/>
              <a:chExt cx="1328144" cy="384585"/>
            </a:xfrm>
            <a:solidFill>
              <a:srgbClr val="60A917"/>
            </a:solidFill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779AB222-B271-925F-94B9-0D9040AD82B6}"/>
                  </a:ext>
                </a:extLst>
              </p:cNvPr>
              <p:cNvSpPr/>
              <p:nvPr/>
            </p:nvSpPr>
            <p:spPr>
              <a:xfrm>
                <a:off x="9165531" y="1367515"/>
                <a:ext cx="1328144" cy="378156"/>
              </a:xfrm>
              <a:prstGeom prst="rect">
                <a:avLst/>
              </a:prstGeom>
              <a:solidFill>
                <a:srgbClr val="60A917"/>
              </a:solidFill>
              <a:ln w="18960" cap="flat">
                <a:noFill/>
                <a:prstDash val="solid"/>
                <a:miter/>
              </a:ln>
            </p:spPr>
          </p:sp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675C08D6-8D28-6B42-DA76-CC42BC6078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188678" y="1430668"/>
                <a:ext cx="1290197" cy="321433"/>
              </a:xfrm>
              <a:custGeom>
                <a:avLst/>
                <a:gdLst>
                  <a:gd name="csX0" fmla="*/ 0 w 1290197"/>
                  <a:gd name="csY0" fmla="*/ 0 h 321433"/>
                  <a:gd name="csX1" fmla="*/ 1290198 w 1290197"/>
                  <a:gd name="csY1" fmla="*/ 0 h 321433"/>
                  <a:gd name="csX2" fmla="*/ 1290198 w 1290197"/>
                  <a:gd name="csY2" fmla="*/ 321433 h 321433"/>
                  <a:gd name="csX3" fmla="*/ 0 w 1290197"/>
                  <a:gd name="csY3" fmla="*/ 321433 h 321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90197" h="321433">
                    <a:moveTo>
                      <a:pt x="0" y="0"/>
                    </a:moveTo>
                    <a:lnTo>
                      <a:pt x="1290198" y="0"/>
                    </a:lnTo>
                    <a:lnTo>
                      <a:pt x="1290198" y="321433"/>
                    </a:lnTo>
                    <a:lnTo>
                      <a:pt x="0" y="321433"/>
                    </a:lnTo>
                    <a:close/>
                  </a:path>
                </a:pathLst>
              </a:custGeom>
            </p:spPr>
          </p:pic>
        </p:grpSp>
        <p:grpSp>
          <p:nvGrpSpPr>
            <p:cNvPr id="109" name="Graphic 6">
              <a:extLst>
                <a:ext uri="{FF2B5EF4-FFF2-40B4-BE49-F238E27FC236}">
                  <a16:creationId xmlns:a16="http://schemas.microsoft.com/office/drawing/2014/main" id="{8ED5C1BA-5AB0-0B90-E45C-69E5A67E0677}"/>
                </a:ext>
              </a:extLst>
            </p:cNvPr>
            <p:cNvGrpSpPr/>
            <p:nvPr/>
          </p:nvGrpSpPr>
          <p:grpSpPr>
            <a:xfrm>
              <a:off x="9165531" y="1859119"/>
              <a:ext cx="1328144" cy="384585"/>
              <a:chOff x="9165531" y="1859119"/>
              <a:chExt cx="1328144" cy="384585"/>
            </a:xfrm>
            <a:solidFill>
              <a:srgbClr val="1BA1E2"/>
            </a:solidFill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20CD4C3-0D74-1D52-E607-48192485B42F}"/>
                  </a:ext>
                </a:extLst>
              </p:cNvPr>
              <p:cNvSpPr/>
              <p:nvPr/>
            </p:nvSpPr>
            <p:spPr>
              <a:xfrm>
                <a:off x="9165531" y="1859119"/>
                <a:ext cx="1328144" cy="378156"/>
              </a:xfrm>
              <a:prstGeom prst="rect">
                <a:avLst/>
              </a:prstGeom>
              <a:solidFill>
                <a:srgbClr val="1BA1E2"/>
              </a:solidFill>
              <a:ln w="18960" cap="flat">
                <a:noFill/>
                <a:prstDash val="solid"/>
                <a:miter/>
              </a:ln>
            </p:spPr>
          </p:sp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3334FDF3-F775-8E74-1113-B522A173B5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188678" y="1922272"/>
                <a:ext cx="1290197" cy="321433"/>
              </a:xfrm>
              <a:custGeom>
                <a:avLst/>
                <a:gdLst>
                  <a:gd name="csX0" fmla="*/ 0 w 1290197"/>
                  <a:gd name="csY0" fmla="*/ 0 h 321433"/>
                  <a:gd name="csX1" fmla="*/ 1290198 w 1290197"/>
                  <a:gd name="csY1" fmla="*/ 0 h 321433"/>
                  <a:gd name="csX2" fmla="*/ 1290198 w 1290197"/>
                  <a:gd name="csY2" fmla="*/ 321433 h 321433"/>
                  <a:gd name="csX3" fmla="*/ 0 w 1290197"/>
                  <a:gd name="csY3" fmla="*/ 321433 h 321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90197" h="321433">
                    <a:moveTo>
                      <a:pt x="0" y="0"/>
                    </a:moveTo>
                    <a:lnTo>
                      <a:pt x="1290198" y="0"/>
                    </a:lnTo>
                    <a:lnTo>
                      <a:pt x="1290198" y="321433"/>
                    </a:lnTo>
                    <a:lnTo>
                      <a:pt x="0" y="321433"/>
                    </a:lnTo>
                    <a:close/>
                  </a:path>
                </a:pathLst>
              </a:custGeom>
            </p:spPr>
          </p:pic>
        </p:grpSp>
        <p:grpSp>
          <p:nvGrpSpPr>
            <p:cNvPr id="112" name="Graphic 6">
              <a:extLst>
                <a:ext uri="{FF2B5EF4-FFF2-40B4-BE49-F238E27FC236}">
                  <a16:creationId xmlns:a16="http://schemas.microsoft.com/office/drawing/2014/main" id="{0045A987-CCA8-0294-A8E6-9D865E02B591}"/>
                </a:ext>
              </a:extLst>
            </p:cNvPr>
            <p:cNvGrpSpPr/>
            <p:nvPr/>
          </p:nvGrpSpPr>
          <p:grpSpPr>
            <a:xfrm>
              <a:off x="10583609" y="1357305"/>
              <a:ext cx="1328144" cy="394795"/>
              <a:chOff x="10583609" y="1357305"/>
              <a:chExt cx="1328144" cy="394795"/>
            </a:xfrm>
            <a:solidFill>
              <a:srgbClr val="6A00FF"/>
            </a:solidFill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B822F465-FB4F-10F3-C140-06580D6B13FF}"/>
                  </a:ext>
                </a:extLst>
              </p:cNvPr>
              <p:cNvSpPr/>
              <p:nvPr/>
            </p:nvSpPr>
            <p:spPr>
              <a:xfrm>
                <a:off x="10583609" y="1357305"/>
                <a:ext cx="1328144" cy="378156"/>
              </a:xfrm>
              <a:prstGeom prst="rect">
                <a:avLst/>
              </a:prstGeom>
              <a:solidFill>
                <a:srgbClr val="6A00FF"/>
              </a:solidFill>
              <a:ln w="18960" cap="flat">
                <a:noFill/>
                <a:prstDash val="solid"/>
                <a:miter/>
              </a:ln>
            </p:spPr>
          </p:sp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E569CB26-4CA7-2667-2373-84950BF9A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11690" y="1430668"/>
                <a:ext cx="1290197" cy="321433"/>
              </a:xfrm>
              <a:custGeom>
                <a:avLst/>
                <a:gdLst>
                  <a:gd name="csX0" fmla="*/ 0 w 1290197"/>
                  <a:gd name="csY0" fmla="*/ 0 h 321433"/>
                  <a:gd name="csX1" fmla="*/ 1290198 w 1290197"/>
                  <a:gd name="csY1" fmla="*/ 0 h 321433"/>
                  <a:gd name="csX2" fmla="*/ 1290198 w 1290197"/>
                  <a:gd name="csY2" fmla="*/ 321433 h 321433"/>
                  <a:gd name="csX3" fmla="*/ 0 w 1290197"/>
                  <a:gd name="csY3" fmla="*/ 321433 h 321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90197" h="321433">
                    <a:moveTo>
                      <a:pt x="0" y="0"/>
                    </a:moveTo>
                    <a:lnTo>
                      <a:pt x="1290198" y="0"/>
                    </a:lnTo>
                    <a:lnTo>
                      <a:pt x="1290198" y="321433"/>
                    </a:lnTo>
                    <a:lnTo>
                      <a:pt x="0" y="321433"/>
                    </a:lnTo>
                    <a:close/>
                  </a:path>
                </a:pathLst>
              </a:custGeom>
            </p:spPr>
          </p:pic>
        </p:grpSp>
        <p:grpSp>
          <p:nvGrpSpPr>
            <p:cNvPr id="115" name="Graphic 6">
              <a:extLst>
                <a:ext uri="{FF2B5EF4-FFF2-40B4-BE49-F238E27FC236}">
                  <a16:creationId xmlns:a16="http://schemas.microsoft.com/office/drawing/2014/main" id="{A7DA8948-B2CA-CA31-B6F0-FF4A9CD3B063}"/>
                </a:ext>
              </a:extLst>
            </p:cNvPr>
            <p:cNvGrpSpPr/>
            <p:nvPr/>
          </p:nvGrpSpPr>
          <p:grpSpPr>
            <a:xfrm>
              <a:off x="10583609" y="1859119"/>
              <a:ext cx="1328144" cy="384585"/>
              <a:chOff x="10583609" y="1859119"/>
              <a:chExt cx="1328144" cy="384585"/>
            </a:xfrm>
            <a:solidFill>
              <a:srgbClr val="A20025"/>
            </a:solidFill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D98A995-153C-6552-5D81-F4BAF1CD2448}"/>
                  </a:ext>
                </a:extLst>
              </p:cNvPr>
              <p:cNvSpPr/>
              <p:nvPr/>
            </p:nvSpPr>
            <p:spPr>
              <a:xfrm>
                <a:off x="10583609" y="1859119"/>
                <a:ext cx="1328144" cy="378156"/>
              </a:xfrm>
              <a:prstGeom prst="rect">
                <a:avLst/>
              </a:prstGeom>
              <a:solidFill>
                <a:srgbClr val="A20025"/>
              </a:solidFill>
              <a:ln w="18960" cap="flat">
                <a:noFill/>
                <a:prstDash val="solid"/>
                <a:miter/>
              </a:ln>
            </p:spPr>
          </p:sp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173BF66C-CF8D-DA7C-D8C5-DF6EC0EC7F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611690" y="1922272"/>
                <a:ext cx="1290197" cy="321433"/>
              </a:xfrm>
              <a:custGeom>
                <a:avLst/>
                <a:gdLst>
                  <a:gd name="csX0" fmla="*/ 0 w 1290197"/>
                  <a:gd name="csY0" fmla="*/ 0 h 321433"/>
                  <a:gd name="csX1" fmla="*/ 1290198 w 1290197"/>
                  <a:gd name="csY1" fmla="*/ 0 h 321433"/>
                  <a:gd name="csX2" fmla="*/ 1290198 w 1290197"/>
                  <a:gd name="csY2" fmla="*/ 321433 h 321433"/>
                  <a:gd name="csX3" fmla="*/ 0 w 1290197"/>
                  <a:gd name="csY3" fmla="*/ 321433 h 321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290197" h="321433">
                    <a:moveTo>
                      <a:pt x="0" y="0"/>
                    </a:moveTo>
                    <a:lnTo>
                      <a:pt x="1290198" y="0"/>
                    </a:lnTo>
                    <a:lnTo>
                      <a:pt x="1290198" y="321433"/>
                    </a:lnTo>
                    <a:lnTo>
                      <a:pt x="0" y="321433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19" name="Graphic 6">
            <a:extLst>
              <a:ext uri="{FF2B5EF4-FFF2-40B4-BE49-F238E27FC236}">
                <a16:creationId xmlns:a16="http://schemas.microsoft.com/office/drawing/2014/main" id="{628D8561-D14C-D985-6E24-C73248E271AC}"/>
              </a:ext>
            </a:extLst>
          </p:cNvPr>
          <p:cNvGrpSpPr/>
          <p:nvPr/>
        </p:nvGrpSpPr>
        <p:grpSpPr>
          <a:xfrm>
            <a:off x="5153775" y="1999415"/>
            <a:ext cx="3149599" cy="395552"/>
            <a:chOff x="5153775" y="1999415"/>
            <a:chExt cx="3149599" cy="395552"/>
          </a:xfrm>
          <a:noFill/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48D25FC-F982-9FB9-04B5-C0055C7B8BC1}"/>
                </a:ext>
              </a:extLst>
            </p:cNvPr>
            <p:cNvSpPr/>
            <p:nvPr/>
          </p:nvSpPr>
          <p:spPr>
            <a:xfrm>
              <a:off x="5153775" y="1999415"/>
              <a:ext cx="3149599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F50C5041-FF6E-E2D3-92EB-AD8A90E6E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5166298" y="2073534"/>
              <a:ext cx="3111652" cy="321433"/>
            </a:xfrm>
            <a:custGeom>
              <a:avLst/>
              <a:gdLst>
                <a:gd name="csX0" fmla="*/ 0 w 3111652"/>
                <a:gd name="csY0" fmla="*/ 0 h 321433"/>
                <a:gd name="csX1" fmla="*/ 3111653 w 3111652"/>
                <a:gd name="csY1" fmla="*/ 0 h 321433"/>
                <a:gd name="csX2" fmla="*/ 3111653 w 3111652"/>
                <a:gd name="csY2" fmla="*/ 321433 h 321433"/>
                <a:gd name="csX3" fmla="*/ 0 w 3111652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11652" h="321433">
                  <a:moveTo>
                    <a:pt x="0" y="0"/>
                  </a:moveTo>
                  <a:lnTo>
                    <a:pt x="3111653" y="0"/>
                  </a:lnTo>
                  <a:lnTo>
                    <a:pt x="3111653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22" name="Graphic 6">
            <a:extLst>
              <a:ext uri="{FF2B5EF4-FFF2-40B4-BE49-F238E27FC236}">
                <a16:creationId xmlns:a16="http://schemas.microsoft.com/office/drawing/2014/main" id="{09CD6FA3-D11C-068D-0580-EE477F6A1EE9}"/>
              </a:ext>
            </a:extLst>
          </p:cNvPr>
          <p:cNvGrpSpPr/>
          <p:nvPr/>
        </p:nvGrpSpPr>
        <p:grpSpPr>
          <a:xfrm>
            <a:off x="6580771" y="4972673"/>
            <a:ext cx="2229575" cy="132354"/>
            <a:chOff x="6580771" y="4972673"/>
            <a:chExt cx="2229575" cy="132354"/>
          </a:xfrm>
        </p:grpSpPr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A188EADE-8A4D-20C3-0F38-98674933A94A}"/>
                </a:ext>
              </a:extLst>
            </p:cNvPr>
            <p:cNvSpPr/>
            <p:nvPr/>
          </p:nvSpPr>
          <p:spPr>
            <a:xfrm>
              <a:off x="6580771" y="5038662"/>
              <a:ext cx="2129964" cy="4915"/>
            </a:xfrm>
            <a:custGeom>
              <a:avLst/>
              <a:gdLst>
                <a:gd name="csX0" fmla="*/ 0 w 2129964"/>
                <a:gd name="csY0" fmla="*/ 4916 h 4915"/>
                <a:gd name="csX1" fmla="*/ 2129965 w 2129964"/>
                <a:gd name="csY1" fmla="*/ 0 h 4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29964" h="4915">
                  <a:moveTo>
                    <a:pt x="0" y="4916"/>
                  </a:moveTo>
                  <a:lnTo>
                    <a:pt x="2129965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023E0E8-69C6-1E43-1014-8ADBB688677C}"/>
                </a:ext>
              </a:extLst>
            </p:cNvPr>
            <p:cNvSpPr/>
            <p:nvPr/>
          </p:nvSpPr>
          <p:spPr>
            <a:xfrm>
              <a:off x="8677342" y="4972673"/>
              <a:ext cx="133004" cy="132354"/>
            </a:xfrm>
            <a:custGeom>
              <a:avLst/>
              <a:gdLst>
                <a:gd name="csX0" fmla="*/ 133004 w 133004"/>
                <a:gd name="csY0" fmla="*/ 65799 h 132354"/>
                <a:gd name="csX1" fmla="*/ 380 w 133004"/>
                <a:gd name="csY1" fmla="*/ 132355 h 132354"/>
                <a:gd name="csX2" fmla="*/ 33394 w 133004"/>
                <a:gd name="csY2" fmla="*/ 65989 h 132354"/>
                <a:gd name="csX3" fmla="*/ 0 w 13300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004" h="132354">
                  <a:moveTo>
                    <a:pt x="133004" y="65799"/>
                  </a:moveTo>
                  <a:lnTo>
                    <a:pt x="380" y="132355"/>
                  </a:lnTo>
                  <a:lnTo>
                    <a:pt x="33394" y="659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25" name="Graphic 6">
            <a:extLst>
              <a:ext uri="{FF2B5EF4-FFF2-40B4-BE49-F238E27FC236}">
                <a16:creationId xmlns:a16="http://schemas.microsoft.com/office/drawing/2014/main" id="{B7710BC6-39CD-2AC8-C704-1C7129DBCC99}"/>
              </a:ext>
            </a:extLst>
          </p:cNvPr>
          <p:cNvGrpSpPr/>
          <p:nvPr/>
        </p:nvGrpSpPr>
        <p:grpSpPr>
          <a:xfrm>
            <a:off x="6903321" y="5081394"/>
            <a:ext cx="1524899" cy="395552"/>
            <a:chOff x="6903321" y="5081394"/>
            <a:chExt cx="1524899" cy="395552"/>
          </a:xfrm>
          <a:noFill/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8B1DBB16-0493-72DF-3420-65128932C771}"/>
                </a:ext>
              </a:extLst>
            </p:cNvPr>
            <p:cNvSpPr/>
            <p:nvPr/>
          </p:nvSpPr>
          <p:spPr>
            <a:xfrm>
              <a:off x="6903321" y="5081394"/>
              <a:ext cx="1524899" cy="380992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6D83AC14-974B-1B2A-455A-4B9E9DD79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930833" y="5155512"/>
              <a:ext cx="1479932" cy="321433"/>
            </a:xfrm>
            <a:custGeom>
              <a:avLst/>
              <a:gdLst>
                <a:gd name="csX0" fmla="*/ 0 w 1479932"/>
                <a:gd name="csY0" fmla="*/ 0 h 321433"/>
                <a:gd name="csX1" fmla="*/ 1479932 w 1479932"/>
                <a:gd name="csY1" fmla="*/ 0 h 321433"/>
                <a:gd name="csX2" fmla="*/ 1479932 w 1479932"/>
                <a:gd name="csY2" fmla="*/ 321433 h 321433"/>
                <a:gd name="csX3" fmla="*/ 0 w 1479932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79932" h="321433">
                  <a:moveTo>
                    <a:pt x="0" y="0"/>
                  </a:moveTo>
                  <a:lnTo>
                    <a:pt x="1479932" y="0"/>
                  </a:lnTo>
                  <a:lnTo>
                    <a:pt x="1479932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4F2C870-5E2E-97C8-DBE5-9C1364248AF7}"/>
              </a:ext>
            </a:extLst>
          </p:cNvPr>
          <p:cNvSpPr/>
          <p:nvPr/>
        </p:nvSpPr>
        <p:spPr>
          <a:xfrm>
            <a:off x="5033294" y="2425409"/>
            <a:ext cx="5673074" cy="2287848"/>
          </a:xfrm>
          <a:prstGeom prst="rect">
            <a:avLst/>
          </a:prstGeom>
          <a:noFill/>
          <a:ln w="18960" cap="flat">
            <a:solidFill>
              <a:srgbClr val="000000"/>
            </a:solidFill>
            <a:custDash>
              <a:ds d="225000" sp="225000"/>
            </a:custDash>
            <a:miter/>
          </a:ln>
        </p:spPr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536D609-C759-6120-B2BB-6A4AA83C9A9B}"/>
              </a:ext>
            </a:extLst>
          </p:cNvPr>
          <p:cNvSpPr/>
          <p:nvPr/>
        </p:nvSpPr>
        <p:spPr>
          <a:xfrm>
            <a:off x="4862532" y="2561357"/>
            <a:ext cx="5729994" cy="2325664"/>
          </a:xfrm>
          <a:prstGeom prst="rect">
            <a:avLst/>
          </a:prstGeom>
          <a:solidFill>
            <a:srgbClr val="FFFFFF"/>
          </a:solidFill>
          <a:ln w="18960" cap="flat">
            <a:solidFill>
              <a:srgbClr val="000000"/>
            </a:solidFill>
            <a:custDash>
              <a:ds d="225000" sp="225000"/>
            </a:custDash>
            <a:miter/>
          </a:ln>
        </p:spPr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089A1036-E9C4-0EAF-048A-013BEE793A9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16200000">
            <a:off x="5487477" y="3787719"/>
            <a:ext cx="284602" cy="501057"/>
          </a:xfrm>
          <a:custGeom>
            <a:avLst/>
            <a:gdLst>
              <a:gd name="csX0" fmla="*/ 2 w 284602"/>
              <a:gd name="csY0" fmla="*/ -3 h 501057"/>
              <a:gd name="csX1" fmla="*/ 284605 w 284602"/>
              <a:gd name="csY1" fmla="*/ -3 h 501057"/>
              <a:gd name="csX2" fmla="*/ 284605 w 284602"/>
              <a:gd name="csY2" fmla="*/ 501054 h 501057"/>
              <a:gd name="csX3" fmla="*/ 2 w 284602"/>
              <a:gd name="csY3" fmla="*/ 501054 h 501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501057">
                <a:moveTo>
                  <a:pt x="2" y="-3"/>
                </a:moveTo>
                <a:lnTo>
                  <a:pt x="284605" y="-3"/>
                </a:lnTo>
                <a:lnTo>
                  <a:pt x="284605" y="501054"/>
                </a:lnTo>
                <a:lnTo>
                  <a:pt x="2" y="501054"/>
                </a:lnTo>
                <a:close/>
              </a:path>
            </a:pathLst>
          </a:cu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3285E15-1390-1482-415D-9BABF89A6F0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34093" y="2735309"/>
            <a:ext cx="284602" cy="501057"/>
          </a:xfrm>
          <a:custGeom>
            <a:avLst/>
            <a:gdLst>
              <a:gd name="csX0" fmla="*/ 0 w 284602"/>
              <a:gd name="csY0" fmla="*/ 0 h 501057"/>
              <a:gd name="csX1" fmla="*/ 284602 w 284602"/>
              <a:gd name="csY1" fmla="*/ 0 h 501057"/>
              <a:gd name="csX2" fmla="*/ 284602 w 284602"/>
              <a:gd name="csY2" fmla="*/ 501058 h 501057"/>
              <a:gd name="csX3" fmla="*/ 0 w 284602"/>
              <a:gd name="csY3" fmla="*/ 501058 h 501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501057">
                <a:moveTo>
                  <a:pt x="0" y="0"/>
                </a:moveTo>
                <a:lnTo>
                  <a:pt x="284602" y="0"/>
                </a:lnTo>
                <a:lnTo>
                  <a:pt x="284602" y="501058"/>
                </a:lnTo>
                <a:lnTo>
                  <a:pt x="0" y="501058"/>
                </a:lnTo>
                <a:close/>
              </a:path>
            </a:pathLst>
          </a:cu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DC9D756F-A36F-9C6A-16DB-A19A4C418A2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34093" y="3378175"/>
            <a:ext cx="284602" cy="501057"/>
          </a:xfrm>
          <a:custGeom>
            <a:avLst/>
            <a:gdLst>
              <a:gd name="csX0" fmla="*/ 0 w 284602"/>
              <a:gd name="csY0" fmla="*/ 0 h 501057"/>
              <a:gd name="csX1" fmla="*/ 284602 w 284602"/>
              <a:gd name="csY1" fmla="*/ 0 h 501057"/>
              <a:gd name="csX2" fmla="*/ 284602 w 284602"/>
              <a:gd name="csY2" fmla="*/ 501058 h 501057"/>
              <a:gd name="csX3" fmla="*/ 0 w 284602"/>
              <a:gd name="csY3" fmla="*/ 501058 h 501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501057">
                <a:moveTo>
                  <a:pt x="0" y="0"/>
                </a:moveTo>
                <a:lnTo>
                  <a:pt x="284602" y="0"/>
                </a:lnTo>
                <a:lnTo>
                  <a:pt x="284602" y="501058"/>
                </a:lnTo>
                <a:lnTo>
                  <a:pt x="0" y="501058"/>
                </a:lnTo>
                <a:close/>
              </a:path>
            </a:pathLst>
          </a:cu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70CC33CE-6488-731D-14DD-B2B5BC4D6C3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34093" y="4342475"/>
            <a:ext cx="284602" cy="501057"/>
          </a:xfrm>
          <a:custGeom>
            <a:avLst/>
            <a:gdLst>
              <a:gd name="csX0" fmla="*/ 0 w 284602"/>
              <a:gd name="csY0" fmla="*/ 0 h 501057"/>
              <a:gd name="csX1" fmla="*/ 284602 w 284602"/>
              <a:gd name="csY1" fmla="*/ 0 h 501057"/>
              <a:gd name="csX2" fmla="*/ 284602 w 284602"/>
              <a:gd name="csY2" fmla="*/ 501058 h 501057"/>
              <a:gd name="csX3" fmla="*/ 0 w 284602"/>
              <a:gd name="csY3" fmla="*/ 501058 h 501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501057">
                <a:moveTo>
                  <a:pt x="0" y="0"/>
                </a:moveTo>
                <a:lnTo>
                  <a:pt x="284602" y="0"/>
                </a:lnTo>
                <a:lnTo>
                  <a:pt x="284602" y="501058"/>
                </a:lnTo>
                <a:lnTo>
                  <a:pt x="0" y="501058"/>
                </a:lnTo>
                <a:close/>
              </a:path>
            </a:pathLst>
          </a:cu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6264FDB8-0137-4ADC-03A7-B8424B2E47F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16200000">
            <a:off x="7457305" y="3803224"/>
            <a:ext cx="284602" cy="501057"/>
          </a:xfrm>
          <a:custGeom>
            <a:avLst/>
            <a:gdLst>
              <a:gd name="csX0" fmla="*/ 3 w 284602"/>
              <a:gd name="csY0" fmla="*/ -3 h 501057"/>
              <a:gd name="csX1" fmla="*/ 284606 w 284602"/>
              <a:gd name="csY1" fmla="*/ -3 h 501057"/>
              <a:gd name="csX2" fmla="*/ 284606 w 284602"/>
              <a:gd name="csY2" fmla="*/ 501055 h 501057"/>
              <a:gd name="csX3" fmla="*/ 3 w 284602"/>
              <a:gd name="csY3" fmla="*/ 501055 h 501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501057">
                <a:moveTo>
                  <a:pt x="3" y="-3"/>
                </a:moveTo>
                <a:lnTo>
                  <a:pt x="284606" y="-3"/>
                </a:lnTo>
                <a:lnTo>
                  <a:pt x="284606" y="501055"/>
                </a:lnTo>
                <a:lnTo>
                  <a:pt x="3" y="501055"/>
                </a:lnTo>
                <a:close/>
              </a:path>
            </a:pathLst>
          </a:cu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8DC11988-CFAA-3FD6-48CF-AE211FE1F0A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16200000">
            <a:off x="9409109" y="3800765"/>
            <a:ext cx="284602" cy="501057"/>
          </a:xfrm>
          <a:custGeom>
            <a:avLst/>
            <a:gdLst>
              <a:gd name="csX0" fmla="*/ 3 w 284602"/>
              <a:gd name="csY0" fmla="*/ -3 h 501057"/>
              <a:gd name="csX1" fmla="*/ 284606 w 284602"/>
              <a:gd name="csY1" fmla="*/ -3 h 501057"/>
              <a:gd name="csX2" fmla="*/ 284606 w 284602"/>
              <a:gd name="csY2" fmla="*/ 501055 h 501057"/>
              <a:gd name="csX3" fmla="*/ 3 w 284602"/>
              <a:gd name="csY3" fmla="*/ 501055 h 501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501057">
                <a:moveTo>
                  <a:pt x="3" y="-3"/>
                </a:moveTo>
                <a:lnTo>
                  <a:pt x="284606" y="-3"/>
                </a:lnTo>
                <a:lnTo>
                  <a:pt x="284606" y="501055"/>
                </a:lnTo>
                <a:lnTo>
                  <a:pt x="3" y="501055"/>
                </a:lnTo>
                <a:close/>
              </a:path>
            </a:pathLst>
          </a:custGeom>
        </p:spPr>
      </p:pic>
      <p:grpSp>
        <p:nvGrpSpPr>
          <p:cNvPr id="136" name="Graphic 6">
            <a:extLst>
              <a:ext uri="{FF2B5EF4-FFF2-40B4-BE49-F238E27FC236}">
                <a16:creationId xmlns:a16="http://schemas.microsoft.com/office/drawing/2014/main" id="{154291FF-3C39-C411-8C03-CF57B2F38437}"/>
              </a:ext>
            </a:extLst>
          </p:cNvPr>
          <p:cNvGrpSpPr/>
          <p:nvPr/>
        </p:nvGrpSpPr>
        <p:grpSpPr>
          <a:xfrm>
            <a:off x="6496719" y="4467456"/>
            <a:ext cx="358219" cy="132354"/>
            <a:chOff x="6496719" y="4467456"/>
            <a:chExt cx="358219" cy="132354"/>
          </a:xfrm>
        </p:grpSpPr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92C26BAC-8085-B7EA-0EDA-C9FA51E625B7}"/>
                </a:ext>
              </a:extLst>
            </p:cNvPr>
            <p:cNvSpPr/>
            <p:nvPr/>
          </p:nvSpPr>
          <p:spPr>
            <a:xfrm>
              <a:off x="6496719" y="4533633"/>
              <a:ext cx="258608" cy="18907"/>
            </a:xfrm>
            <a:custGeom>
              <a:avLst/>
              <a:gdLst>
                <a:gd name="csX0" fmla="*/ 0 w 258608"/>
                <a:gd name="csY0" fmla="*/ 0 h 18907"/>
                <a:gd name="csX1" fmla="*/ 258609 w 258608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8608" h="18907">
                  <a:moveTo>
                    <a:pt x="0" y="0"/>
                  </a:moveTo>
                  <a:lnTo>
                    <a:pt x="258609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7DB03E4D-D8D5-CC24-895D-4BBC8F35E3A2}"/>
                </a:ext>
              </a:extLst>
            </p:cNvPr>
            <p:cNvSpPr/>
            <p:nvPr/>
          </p:nvSpPr>
          <p:spPr>
            <a:xfrm>
              <a:off x="6722124" y="4467456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39" name="Graphic 6">
            <a:extLst>
              <a:ext uri="{FF2B5EF4-FFF2-40B4-BE49-F238E27FC236}">
                <a16:creationId xmlns:a16="http://schemas.microsoft.com/office/drawing/2014/main" id="{22F4DD94-DCB5-018B-FB1C-E6951164645A}"/>
              </a:ext>
            </a:extLst>
          </p:cNvPr>
          <p:cNvGrpSpPr/>
          <p:nvPr/>
        </p:nvGrpSpPr>
        <p:grpSpPr>
          <a:xfrm>
            <a:off x="6496719" y="3503156"/>
            <a:ext cx="358219" cy="132354"/>
            <a:chOff x="6496719" y="3503156"/>
            <a:chExt cx="358219" cy="132354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99B1DC31-B083-8F28-2926-564DB92FC359}"/>
                </a:ext>
              </a:extLst>
            </p:cNvPr>
            <p:cNvSpPr/>
            <p:nvPr/>
          </p:nvSpPr>
          <p:spPr>
            <a:xfrm>
              <a:off x="6496719" y="3569334"/>
              <a:ext cx="258608" cy="18907"/>
            </a:xfrm>
            <a:custGeom>
              <a:avLst/>
              <a:gdLst>
                <a:gd name="csX0" fmla="*/ 0 w 258608"/>
                <a:gd name="csY0" fmla="*/ 0 h 18907"/>
                <a:gd name="csX1" fmla="*/ 258609 w 258608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8608" h="18907">
                  <a:moveTo>
                    <a:pt x="0" y="0"/>
                  </a:moveTo>
                  <a:lnTo>
                    <a:pt x="258609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40C30B9-7B42-5B54-9903-FAB1959DC35A}"/>
                </a:ext>
              </a:extLst>
            </p:cNvPr>
            <p:cNvSpPr/>
            <p:nvPr/>
          </p:nvSpPr>
          <p:spPr>
            <a:xfrm>
              <a:off x="6722124" y="3503156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42" name="Graphic 6">
            <a:extLst>
              <a:ext uri="{FF2B5EF4-FFF2-40B4-BE49-F238E27FC236}">
                <a16:creationId xmlns:a16="http://schemas.microsoft.com/office/drawing/2014/main" id="{DEDA89A9-4E3B-3B52-0755-6057177DD03A}"/>
              </a:ext>
            </a:extLst>
          </p:cNvPr>
          <p:cNvGrpSpPr/>
          <p:nvPr/>
        </p:nvGrpSpPr>
        <p:grpSpPr>
          <a:xfrm>
            <a:off x="6496719" y="2860289"/>
            <a:ext cx="358219" cy="132354"/>
            <a:chOff x="6496719" y="2860289"/>
            <a:chExt cx="358219" cy="132354"/>
          </a:xfrm>
        </p:grpSpPr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B0BBDCFE-A4A7-62E0-0EA9-635F06628F25}"/>
                </a:ext>
              </a:extLst>
            </p:cNvPr>
            <p:cNvSpPr/>
            <p:nvPr/>
          </p:nvSpPr>
          <p:spPr>
            <a:xfrm>
              <a:off x="6496719" y="2926467"/>
              <a:ext cx="258608" cy="18907"/>
            </a:xfrm>
            <a:custGeom>
              <a:avLst/>
              <a:gdLst>
                <a:gd name="csX0" fmla="*/ 0 w 258608"/>
                <a:gd name="csY0" fmla="*/ 0 h 18907"/>
                <a:gd name="csX1" fmla="*/ 258609 w 258608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8608" h="18907">
                  <a:moveTo>
                    <a:pt x="0" y="0"/>
                  </a:moveTo>
                  <a:lnTo>
                    <a:pt x="258609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B561C7E3-8474-8A07-BAC3-1866508AE510}"/>
                </a:ext>
              </a:extLst>
            </p:cNvPr>
            <p:cNvSpPr/>
            <p:nvPr/>
          </p:nvSpPr>
          <p:spPr>
            <a:xfrm>
              <a:off x="6722124" y="2860289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45" name="Graphic 6">
            <a:extLst>
              <a:ext uri="{FF2B5EF4-FFF2-40B4-BE49-F238E27FC236}">
                <a16:creationId xmlns:a16="http://schemas.microsoft.com/office/drawing/2014/main" id="{E7CCB3F4-E436-A9EB-6143-18B952CC5770}"/>
              </a:ext>
            </a:extLst>
          </p:cNvPr>
          <p:cNvGrpSpPr/>
          <p:nvPr/>
        </p:nvGrpSpPr>
        <p:grpSpPr>
          <a:xfrm>
            <a:off x="5109188" y="2652303"/>
            <a:ext cx="1328144" cy="385530"/>
            <a:chOff x="5109188" y="2652303"/>
            <a:chExt cx="1328144" cy="385530"/>
          </a:xfrm>
          <a:solidFill>
            <a:srgbClr val="A20025"/>
          </a:solidFill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9333C23-250A-FBB6-0B73-275BB2397E70}"/>
                </a:ext>
              </a:extLst>
            </p:cNvPr>
            <p:cNvSpPr/>
            <p:nvPr/>
          </p:nvSpPr>
          <p:spPr>
            <a:xfrm>
              <a:off x="5109188" y="2652303"/>
              <a:ext cx="1328144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B78E8DDA-07D7-BDF4-2577-0D39372DF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128351" y="2716401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48" name="Graphic 6">
            <a:extLst>
              <a:ext uri="{FF2B5EF4-FFF2-40B4-BE49-F238E27FC236}">
                <a16:creationId xmlns:a16="http://schemas.microsoft.com/office/drawing/2014/main" id="{69C344D2-0B82-9653-7A32-740984BE0BEA}"/>
              </a:ext>
            </a:extLst>
          </p:cNvPr>
          <p:cNvGrpSpPr/>
          <p:nvPr/>
        </p:nvGrpSpPr>
        <p:grpSpPr>
          <a:xfrm>
            <a:off x="5052267" y="2690119"/>
            <a:ext cx="1328144" cy="385530"/>
            <a:chOff x="5052267" y="2690119"/>
            <a:chExt cx="1328144" cy="385530"/>
          </a:xfrm>
          <a:solidFill>
            <a:srgbClr val="6A00FF"/>
          </a:solidFill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B763519-E1AA-DF74-48A0-AF429FF804E3}"/>
                </a:ext>
              </a:extLst>
            </p:cNvPr>
            <p:cNvSpPr/>
            <p:nvPr/>
          </p:nvSpPr>
          <p:spPr>
            <a:xfrm>
              <a:off x="5052267" y="2690119"/>
              <a:ext cx="1328144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F1A612C8-530C-0C85-6991-17CFBEE2B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071430" y="2754217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51" name="Graphic 6">
            <a:extLst>
              <a:ext uri="{FF2B5EF4-FFF2-40B4-BE49-F238E27FC236}">
                <a16:creationId xmlns:a16="http://schemas.microsoft.com/office/drawing/2014/main" id="{5B01B75D-7BF1-0FC3-EE86-631BE027F359}"/>
              </a:ext>
            </a:extLst>
          </p:cNvPr>
          <p:cNvGrpSpPr/>
          <p:nvPr/>
        </p:nvGrpSpPr>
        <p:grpSpPr>
          <a:xfrm>
            <a:off x="4995347" y="2765750"/>
            <a:ext cx="1328144" cy="385530"/>
            <a:chOff x="4995347" y="2765750"/>
            <a:chExt cx="1328144" cy="385530"/>
          </a:xfrm>
          <a:solidFill>
            <a:srgbClr val="1BA1E2"/>
          </a:solidFill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F215FFD-0B5B-9932-9F29-2E95948223DD}"/>
                </a:ext>
              </a:extLst>
            </p:cNvPr>
            <p:cNvSpPr/>
            <p:nvPr/>
          </p:nvSpPr>
          <p:spPr>
            <a:xfrm>
              <a:off x="4995347" y="2765750"/>
              <a:ext cx="1328144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4FEF97C3-B599-BDFE-2361-175E2B4E9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014510" y="2829848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54" name="Graphic 6">
            <a:extLst>
              <a:ext uri="{FF2B5EF4-FFF2-40B4-BE49-F238E27FC236}">
                <a16:creationId xmlns:a16="http://schemas.microsoft.com/office/drawing/2014/main" id="{7D932BF4-D498-BBC8-6EEA-26D2FAC95867}"/>
              </a:ext>
            </a:extLst>
          </p:cNvPr>
          <p:cNvGrpSpPr/>
          <p:nvPr/>
        </p:nvGrpSpPr>
        <p:grpSpPr>
          <a:xfrm>
            <a:off x="4938426" y="2822474"/>
            <a:ext cx="1328144" cy="385530"/>
            <a:chOff x="4938426" y="2822474"/>
            <a:chExt cx="1328144" cy="385530"/>
          </a:xfrm>
          <a:solidFill>
            <a:srgbClr val="60A917"/>
          </a:solidFill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A896990-7572-8718-487C-AC124393D16E}"/>
                </a:ext>
              </a:extLst>
            </p:cNvPr>
            <p:cNvSpPr/>
            <p:nvPr/>
          </p:nvSpPr>
          <p:spPr>
            <a:xfrm>
              <a:off x="4938426" y="2822474"/>
              <a:ext cx="1328144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6840D613-DBE3-FFCC-8122-74544DF11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957589" y="2886571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57" name="Graphic 6">
            <a:extLst>
              <a:ext uri="{FF2B5EF4-FFF2-40B4-BE49-F238E27FC236}">
                <a16:creationId xmlns:a16="http://schemas.microsoft.com/office/drawing/2014/main" id="{20DFA132-C8F4-71DD-19E8-C8FD01780EDA}"/>
              </a:ext>
            </a:extLst>
          </p:cNvPr>
          <p:cNvGrpSpPr/>
          <p:nvPr/>
        </p:nvGrpSpPr>
        <p:grpSpPr>
          <a:xfrm>
            <a:off x="5109188" y="4259470"/>
            <a:ext cx="1328144" cy="385530"/>
            <a:chOff x="5109188" y="4259470"/>
            <a:chExt cx="1328144" cy="385530"/>
          </a:xfrm>
          <a:solidFill>
            <a:srgbClr val="A20025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83B1D476-EF98-21A4-5232-E22EA929469E}"/>
                </a:ext>
              </a:extLst>
            </p:cNvPr>
            <p:cNvSpPr/>
            <p:nvPr/>
          </p:nvSpPr>
          <p:spPr>
            <a:xfrm>
              <a:off x="5109188" y="4259470"/>
              <a:ext cx="1328144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59" name="Picture 158">
              <a:extLst>
                <a:ext uri="{FF2B5EF4-FFF2-40B4-BE49-F238E27FC236}">
                  <a16:creationId xmlns:a16="http://schemas.microsoft.com/office/drawing/2014/main" id="{89B5D9DB-FD76-9FCB-AEAB-A51393912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128351" y="4323567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60" name="Graphic 6">
            <a:extLst>
              <a:ext uri="{FF2B5EF4-FFF2-40B4-BE49-F238E27FC236}">
                <a16:creationId xmlns:a16="http://schemas.microsoft.com/office/drawing/2014/main" id="{81EC6ECC-10D3-1FBD-25BE-5EE2A94EABC7}"/>
              </a:ext>
            </a:extLst>
          </p:cNvPr>
          <p:cNvGrpSpPr/>
          <p:nvPr/>
        </p:nvGrpSpPr>
        <p:grpSpPr>
          <a:xfrm>
            <a:off x="5052267" y="4297285"/>
            <a:ext cx="1328144" cy="385530"/>
            <a:chOff x="5052267" y="4297285"/>
            <a:chExt cx="1328144" cy="385530"/>
          </a:xfrm>
          <a:solidFill>
            <a:srgbClr val="6A00FF"/>
          </a:solidFill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34CDD30-BFCD-6805-FB95-0B828B89E347}"/>
                </a:ext>
              </a:extLst>
            </p:cNvPr>
            <p:cNvSpPr/>
            <p:nvPr/>
          </p:nvSpPr>
          <p:spPr>
            <a:xfrm>
              <a:off x="5052267" y="4297285"/>
              <a:ext cx="1328144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8E9FAFE7-B211-D24F-D3AA-43E8E50A7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071430" y="4361383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63" name="Graphic 6">
            <a:extLst>
              <a:ext uri="{FF2B5EF4-FFF2-40B4-BE49-F238E27FC236}">
                <a16:creationId xmlns:a16="http://schemas.microsoft.com/office/drawing/2014/main" id="{E9231065-B2AF-F443-1E66-2488CB617A87}"/>
              </a:ext>
            </a:extLst>
          </p:cNvPr>
          <p:cNvGrpSpPr/>
          <p:nvPr/>
        </p:nvGrpSpPr>
        <p:grpSpPr>
          <a:xfrm>
            <a:off x="4995347" y="4372917"/>
            <a:ext cx="1328144" cy="385530"/>
            <a:chOff x="4995347" y="4372917"/>
            <a:chExt cx="1328144" cy="385530"/>
          </a:xfrm>
          <a:solidFill>
            <a:srgbClr val="1BA1E2"/>
          </a:solidFill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001E7B8B-9BCF-1628-1F6B-0EF2956478ED}"/>
                </a:ext>
              </a:extLst>
            </p:cNvPr>
            <p:cNvSpPr/>
            <p:nvPr/>
          </p:nvSpPr>
          <p:spPr>
            <a:xfrm>
              <a:off x="4995347" y="4372917"/>
              <a:ext cx="1328144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CD5E7DAC-32CE-0951-BA3B-242ECABFC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014510" y="4437014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66" name="Graphic 6">
            <a:extLst>
              <a:ext uri="{FF2B5EF4-FFF2-40B4-BE49-F238E27FC236}">
                <a16:creationId xmlns:a16="http://schemas.microsoft.com/office/drawing/2014/main" id="{EAB890D9-0963-1A36-27BF-A9E3209668BE}"/>
              </a:ext>
            </a:extLst>
          </p:cNvPr>
          <p:cNvGrpSpPr/>
          <p:nvPr/>
        </p:nvGrpSpPr>
        <p:grpSpPr>
          <a:xfrm>
            <a:off x="4938426" y="4429640"/>
            <a:ext cx="1328144" cy="385530"/>
            <a:chOff x="4938426" y="4429640"/>
            <a:chExt cx="1328144" cy="385530"/>
          </a:xfrm>
          <a:solidFill>
            <a:srgbClr val="60A917"/>
          </a:solidFill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4F43424-DCF0-8B49-2016-D0F161BBDF6B}"/>
                </a:ext>
              </a:extLst>
            </p:cNvPr>
            <p:cNvSpPr/>
            <p:nvPr/>
          </p:nvSpPr>
          <p:spPr>
            <a:xfrm>
              <a:off x="4938426" y="4429640"/>
              <a:ext cx="1328144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E485D90B-0430-14E0-21FC-E55CACCC1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4957589" y="4493738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69" name="Graphic 6">
            <a:extLst>
              <a:ext uri="{FF2B5EF4-FFF2-40B4-BE49-F238E27FC236}">
                <a16:creationId xmlns:a16="http://schemas.microsoft.com/office/drawing/2014/main" id="{320D05DC-678C-4622-E38C-417F1D792005}"/>
              </a:ext>
            </a:extLst>
          </p:cNvPr>
          <p:cNvGrpSpPr/>
          <p:nvPr/>
        </p:nvGrpSpPr>
        <p:grpSpPr>
          <a:xfrm>
            <a:off x="7139351" y="2652303"/>
            <a:ext cx="1328144" cy="385530"/>
            <a:chOff x="7139351" y="2652303"/>
            <a:chExt cx="1328144" cy="385530"/>
          </a:xfrm>
          <a:solidFill>
            <a:srgbClr val="A20025"/>
          </a:solidFill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0E70DF48-E127-CF2D-CD7B-190109BEC260}"/>
                </a:ext>
              </a:extLst>
            </p:cNvPr>
            <p:cNvSpPr/>
            <p:nvPr/>
          </p:nvSpPr>
          <p:spPr>
            <a:xfrm>
              <a:off x="7139351" y="2652303"/>
              <a:ext cx="1328144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71194AF9-59D5-17DC-DEF1-609406C0E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158515" y="2716401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72" name="Graphic 6">
            <a:extLst>
              <a:ext uri="{FF2B5EF4-FFF2-40B4-BE49-F238E27FC236}">
                <a16:creationId xmlns:a16="http://schemas.microsoft.com/office/drawing/2014/main" id="{E0F099A0-ABD8-AE76-AB7C-BA066CA0EFE6}"/>
              </a:ext>
            </a:extLst>
          </p:cNvPr>
          <p:cNvGrpSpPr/>
          <p:nvPr/>
        </p:nvGrpSpPr>
        <p:grpSpPr>
          <a:xfrm>
            <a:off x="7082431" y="2690119"/>
            <a:ext cx="1328144" cy="385530"/>
            <a:chOff x="7082431" y="2690119"/>
            <a:chExt cx="1328144" cy="385530"/>
          </a:xfrm>
          <a:solidFill>
            <a:srgbClr val="6A00FF"/>
          </a:solidFill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43EAC1D2-BBE5-6C53-89C6-08446D49747B}"/>
                </a:ext>
              </a:extLst>
            </p:cNvPr>
            <p:cNvSpPr/>
            <p:nvPr/>
          </p:nvSpPr>
          <p:spPr>
            <a:xfrm>
              <a:off x="7082431" y="2690119"/>
              <a:ext cx="1328144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ABA591EC-78EB-F2D2-0080-02DA63581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101594" y="2754217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75" name="Graphic 6">
            <a:extLst>
              <a:ext uri="{FF2B5EF4-FFF2-40B4-BE49-F238E27FC236}">
                <a16:creationId xmlns:a16="http://schemas.microsoft.com/office/drawing/2014/main" id="{9713C585-FB4B-F857-65AA-5FB6E28897BF}"/>
              </a:ext>
            </a:extLst>
          </p:cNvPr>
          <p:cNvGrpSpPr/>
          <p:nvPr/>
        </p:nvGrpSpPr>
        <p:grpSpPr>
          <a:xfrm>
            <a:off x="7025510" y="2765750"/>
            <a:ext cx="1328144" cy="385530"/>
            <a:chOff x="7025510" y="2765750"/>
            <a:chExt cx="1328144" cy="385530"/>
          </a:xfrm>
          <a:solidFill>
            <a:srgbClr val="1BA1E2"/>
          </a:solidFill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6FA2622-54EA-DE77-F8FB-C1767B17E8E6}"/>
                </a:ext>
              </a:extLst>
            </p:cNvPr>
            <p:cNvSpPr/>
            <p:nvPr/>
          </p:nvSpPr>
          <p:spPr>
            <a:xfrm>
              <a:off x="7025510" y="2765750"/>
              <a:ext cx="1328144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CFA79A5E-065B-CAC4-6A0E-814E1A544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044674" y="2829848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78" name="Graphic 6">
            <a:extLst>
              <a:ext uri="{FF2B5EF4-FFF2-40B4-BE49-F238E27FC236}">
                <a16:creationId xmlns:a16="http://schemas.microsoft.com/office/drawing/2014/main" id="{B937BA80-387F-DF20-291A-B96E019C56A0}"/>
              </a:ext>
            </a:extLst>
          </p:cNvPr>
          <p:cNvGrpSpPr/>
          <p:nvPr/>
        </p:nvGrpSpPr>
        <p:grpSpPr>
          <a:xfrm>
            <a:off x="6968590" y="2822474"/>
            <a:ext cx="1328144" cy="385530"/>
            <a:chOff x="6968590" y="2822474"/>
            <a:chExt cx="1328144" cy="385530"/>
          </a:xfrm>
          <a:solidFill>
            <a:srgbClr val="60A917"/>
          </a:solidFill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4DA92BAA-E37E-826C-949B-787DDF9412DE}"/>
                </a:ext>
              </a:extLst>
            </p:cNvPr>
            <p:cNvSpPr/>
            <p:nvPr/>
          </p:nvSpPr>
          <p:spPr>
            <a:xfrm>
              <a:off x="6968590" y="2822474"/>
              <a:ext cx="1328144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32CEAD37-4C7B-A0AF-7D1F-26D8BE586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987753" y="2886571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81" name="Graphic 6">
            <a:extLst>
              <a:ext uri="{FF2B5EF4-FFF2-40B4-BE49-F238E27FC236}">
                <a16:creationId xmlns:a16="http://schemas.microsoft.com/office/drawing/2014/main" id="{FE6ED189-A84B-3791-4EFC-074C11796D2D}"/>
              </a:ext>
            </a:extLst>
          </p:cNvPr>
          <p:cNvGrpSpPr/>
          <p:nvPr/>
        </p:nvGrpSpPr>
        <p:grpSpPr>
          <a:xfrm>
            <a:off x="7139351" y="3295170"/>
            <a:ext cx="1328144" cy="385530"/>
            <a:chOff x="7139351" y="3295170"/>
            <a:chExt cx="1328144" cy="385530"/>
          </a:xfrm>
          <a:solidFill>
            <a:srgbClr val="A20025"/>
          </a:solidFill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3C1B367-DC87-3F39-32B6-E8091AB2192F}"/>
                </a:ext>
              </a:extLst>
            </p:cNvPr>
            <p:cNvSpPr/>
            <p:nvPr/>
          </p:nvSpPr>
          <p:spPr>
            <a:xfrm>
              <a:off x="7139351" y="3295170"/>
              <a:ext cx="1328144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BEFEF68A-BB62-8DCF-9C38-27DF04A5E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158515" y="3359267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84" name="Graphic 6">
            <a:extLst>
              <a:ext uri="{FF2B5EF4-FFF2-40B4-BE49-F238E27FC236}">
                <a16:creationId xmlns:a16="http://schemas.microsoft.com/office/drawing/2014/main" id="{F4D0D1DC-66D3-1DC7-F953-6930D4262D00}"/>
              </a:ext>
            </a:extLst>
          </p:cNvPr>
          <p:cNvGrpSpPr/>
          <p:nvPr/>
        </p:nvGrpSpPr>
        <p:grpSpPr>
          <a:xfrm>
            <a:off x="7082431" y="3332986"/>
            <a:ext cx="1328144" cy="385530"/>
            <a:chOff x="7082431" y="3332986"/>
            <a:chExt cx="1328144" cy="385530"/>
          </a:xfrm>
          <a:solidFill>
            <a:srgbClr val="6A00FF"/>
          </a:solidFill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1CA998B-8A2A-1AE9-AE69-02588B21426A}"/>
                </a:ext>
              </a:extLst>
            </p:cNvPr>
            <p:cNvSpPr/>
            <p:nvPr/>
          </p:nvSpPr>
          <p:spPr>
            <a:xfrm>
              <a:off x="7082431" y="3332986"/>
              <a:ext cx="1328144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D0D8AEA3-50CE-F475-DC3B-E29420E4E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101594" y="3397083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87" name="Graphic 6">
            <a:extLst>
              <a:ext uri="{FF2B5EF4-FFF2-40B4-BE49-F238E27FC236}">
                <a16:creationId xmlns:a16="http://schemas.microsoft.com/office/drawing/2014/main" id="{3727B95A-032B-7601-1F2D-130F84BE199C}"/>
              </a:ext>
            </a:extLst>
          </p:cNvPr>
          <p:cNvGrpSpPr/>
          <p:nvPr/>
        </p:nvGrpSpPr>
        <p:grpSpPr>
          <a:xfrm>
            <a:off x="7025510" y="3408617"/>
            <a:ext cx="1328144" cy="385530"/>
            <a:chOff x="7025510" y="3408617"/>
            <a:chExt cx="1328144" cy="385530"/>
          </a:xfrm>
          <a:solidFill>
            <a:srgbClr val="1BA1E2"/>
          </a:solidFill>
        </p:grpSpPr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9766DA38-00D2-DA81-1A9A-B25CBA268D88}"/>
                </a:ext>
              </a:extLst>
            </p:cNvPr>
            <p:cNvSpPr/>
            <p:nvPr/>
          </p:nvSpPr>
          <p:spPr>
            <a:xfrm>
              <a:off x="7025510" y="3408617"/>
              <a:ext cx="1328144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3BBD1763-D4AE-9AB3-4E62-F34D9F18F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044674" y="3472714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90" name="Graphic 6">
            <a:extLst>
              <a:ext uri="{FF2B5EF4-FFF2-40B4-BE49-F238E27FC236}">
                <a16:creationId xmlns:a16="http://schemas.microsoft.com/office/drawing/2014/main" id="{CE945E8E-5BDB-BB9F-8A45-E459618F3F96}"/>
              </a:ext>
            </a:extLst>
          </p:cNvPr>
          <p:cNvGrpSpPr/>
          <p:nvPr/>
        </p:nvGrpSpPr>
        <p:grpSpPr>
          <a:xfrm>
            <a:off x="6968590" y="3465340"/>
            <a:ext cx="1328144" cy="385530"/>
            <a:chOff x="6968590" y="3465340"/>
            <a:chExt cx="1328144" cy="385530"/>
          </a:xfrm>
          <a:solidFill>
            <a:srgbClr val="60A917"/>
          </a:solidFill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74491CCA-23F0-8272-8E14-1655A3D3E22C}"/>
                </a:ext>
              </a:extLst>
            </p:cNvPr>
            <p:cNvSpPr/>
            <p:nvPr/>
          </p:nvSpPr>
          <p:spPr>
            <a:xfrm>
              <a:off x="6968590" y="3465340"/>
              <a:ext cx="1328144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75656D7F-2562-9796-6812-E9B145740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6987753" y="3529438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93" name="Graphic 6">
            <a:extLst>
              <a:ext uri="{FF2B5EF4-FFF2-40B4-BE49-F238E27FC236}">
                <a16:creationId xmlns:a16="http://schemas.microsoft.com/office/drawing/2014/main" id="{8D31259F-0C3F-B0A6-2B74-EB6A2F632C7C}"/>
              </a:ext>
            </a:extLst>
          </p:cNvPr>
          <p:cNvGrpSpPr/>
          <p:nvPr/>
        </p:nvGrpSpPr>
        <p:grpSpPr>
          <a:xfrm>
            <a:off x="7139351" y="4259470"/>
            <a:ext cx="1328144" cy="385530"/>
            <a:chOff x="7139351" y="4259470"/>
            <a:chExt cx="1328144" cy="385530"/>
          </a:xfrm>
          <a:solidFill>
            <a:srgbClr val="A20025"/>
          </a:solidFill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08794010-C8BE-FA27-38C1-42EB9AF98EC4}"/>
                </a:ext>
              </a:extLst>
            </p:cNvPr>
            <p:cNvSpPr/>
            <p:nvPr/>
          </p:nvSpPr>
          <p:spPr>
            <a:xfrm>
              <a:off x="7139351" y="4259470"/>
              <a:ext cx="1328144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E5AD841B-1F27-8EE8-B84E-AA9062949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158515" y="4323567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96" name="Graphic 6">
            <a:extLst>
              <a:ext uri="{FF2B5EF4-FFF2-40B4-BE49-F238E27FC236}">
                <a16:creationId xmlns:a16="http://schemas.microsoft.com/office/drawing/2014/main" id="{6B1CAB25-3514-BBE8-F393-3E253DFCE936}"/>
              </a:ext>
            </a:extLst>
          </p:cNvPr>
          <p:cNvGrpSpPr/>
          <p:nvPr/>
        </p:nvGrpSpPr>
        <p:grpSpPr>
          <a:xfrm>
            <a:off x="7082431" y="4297285"/>
            <a:ext cx="1328144" cy="385530"/>
            <a:chOff x="7082431" y="4297285"/>
            <a:chExt cx="1328144" cy="385530"/>
          </a:xfrm>
          <a:solidFill>
            <a:srgbClr val="6A00FF"/>
          </a:solidFill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800540A-EE39-F618-CA70-05E6F8472BF6}"/>
                </a:ext>
              </a:extLst>
            </p:cNvPr>
            <p:cNvSpPr/>
            <p:nvPr/>
          </p:nvSpPr>
          <p:spPr>
            <a:xfrm>
              <a:off x="7082431" y="4297285"/>
              <a:ext cx="1328144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85640FFA-D32C-725B-C0E4-6312A8CD3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101594" y="4361383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199" name="Graphic 6">
            <a:extLst>
              <a:ext uri="{FF2B5EF4-FFF2-40B4-BE49-F238E27FC236}">
                <a16:creationId xmlns:a16="http://schemas.microsoft.com/office/drawing/2014/main" id="{3BD3C556-C8EC-6A0E-055D-A28DBB18E92A}"/>
              </a:ext>
            </a:extLst>
          </p:cNvPr>
          <p:cNvGrpSpPr/>
          <p:nvPr/>
        </p:nvGrpSpPr>
        <p:grpSpPr>
          <a:xfrm>
            <a:off x="7025510" y="4372917"/>
            <a:ext cx="1328144" cy="385530"/>
            <a:chOff x="7025510" y="4372917"/>
            <a:chExt cx="1328144" cy="385530"/>
          </a:xfrm>
          <a:solidFill>
            <a:srgbClr val="1BA1E2"/>
          </a:solidFill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7C5C59D0-41C0-CE26-D458-F3641DA46AC6}"/>
                </a:ext>
              </a:extLst>
            </p:cNvPr>
            <p:cNvSpPr/>
            <p:nvPr/>
          </p:nvSpPr>
          <p:spPr>
            <a:xfrm>
              <a:off x="7025510" y="4372917"/>
              <a:ext cx="1328144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9B3B6105-5028-12E7-3E6C-28000BB4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044674" y="4437014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02" name="Graphic 6">
            <a:extLst>
              <a:ext uri="{FF2B5EF4-FFF2-40B4-BE49-F238E27FC236}">
                <a16:creationId xmlns:a16="http://schemas.microsoft.com/office/drawing/2014/main" id="{B9F0EA71-C0F5-AD58-22DA-769E048DB61E}"/>
              </a:ext>
            </a:extLst>
          </p:cNvPr>
          <p:cNvGrpSpPr/>
          <p:nvPr/>
        </p:nvGrpSpPr>
        <p:grpSpPr>
          <a:xfrm>
            <a:off x="6968590" y="4429640"/>
            <a:ext cx="1328144" cy="385530"/>
            <a:chOff x="6968590" y="4429640"/>
            <a:chExt cx="1328144" cy="385530"/>
          </a:xfrm>
          <a:solidFill>
            <a:srgbClr val="60A917"/>
          </a:solidFill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48F9B664-974A-23C0-3EFC-551A08D92AA2}"/>
                </a:ext>
              </a:extLst>
            </p:cNvPr>
            <p:cNvSpPr/>
            <p:nvPr/>
          </p:nvSpPr>
          <p:spPr>
            <a:xfrm>
              <a:off x="6968590" y="4429640"/>
              <a:ext cx="1328144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4ED95C72-6605-FE17-A1AE-2E612CC77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6987753" y="4493738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05" name="Graphic 6">
            <a:extLst>
              <a:ext uri="{FF2B5EF4-FFF2-40B4-BE49-F238E27FC236}">
                <a16:creationId xmlns:a16="http://schemas.microsoft.com/office/drawing/2014/main" id="{8D1131EB-51D8-CD19-0682-B78B6DC1B9E3}"/>
              </a:ext>
            </a:extLst>
          </p:cNvPr>
          <p:cNvGrpSpPr/>
          <p:nvPr/>
        </p:nvGrpSpPr>
        <p:grpSpPr>
          <a:xfrm>
            <a:off x="9051879" y="2652303"/>
            <a:ext cx="1445780" cy="385530"/>
            <a:chOff x="9051879" y="2652303"/>
            <a:chExt cx="1445780" cy="385530"/>
          </a:xfrm>
          <a:solidFill>
            <a:srgbClr val="A20025"/>
          </a:solidFill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61D7F61D-A564-BC2A-B7C7-9B558B2CAB21}"/>
                </a:ext>
              </a:extLst>
            </p:cNvPr>
            <p:cNvSpPr/>
            <p:nvPr/>
          </p:nvSpPr>
          <p:spPr>
            <a:xfrm>
              <a:off x="9051879" y="2652303"/>
              <a:ext cx="1445780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07" name="Picture 206">
              <a:extLst>
                <a:ext uri="{FF2B5EF4-FFF2-40B4-BE49-F238E27FC236}">
                  <a16:creationId xmlns:a16="http://schemas.microsoft.com/office/drawing/2014/main" id="{1A8B5683-A724-9E97-7D88-1A9355758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9074837" y="2716401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08" name="Graphic 6">
            <a:extLst>
              <a:ext uri="{FF2B5EF4-FFF2-40B4-BE49-F238E27FC236}">
                <a16:creationId xmlns:a16="http://schemas.microsoft.com/office/drawing/2014/main" id="{BEEFFEE7-FFB5-F670-2EBA-A20F067F543A}"/>
              </a:ext>
            </a:extLst>
          </p:cNvPr>
          <p:cNvGrpSpPr/>
          <p:nvPr/>
        </p:nvGrpSpPr>
        <p:grpSpPr>
          <a:xfrm>
            <a:off x="8989836" y="2690119"/>
            <a:ext cx="1445780" cy="385530"/>
            <a:chOff x="8989836" y="2690119"/>
            <a:chExt cx="1445780" cy="385530"/>
          </a:xfrm>
          <a:solidFill>
            <a:srgbClr val="6A00FF"/>
          </a:solidFill>
        </p:grpSpPr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659C97C1-8F4E-BBA0-ADE3-09BEF6F3C782}"/>
                </a:ext>
              </a:extLst>
            </p:cNvPr>
            <p:cNvSpPr/>
            <p:nvPr/>
          </p:nvSpPr>
          <p:spPr>
            <a:xfrm>
              <a:off x="8989836" y="2690119"/>
              <a:ext cx="1445780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10" name="Picture 209">
              <a:extLst>
                <a:ext uri="{FF2B5EF4-FFF2-40B4-BE49-F238E27FC236}">
                  <a16:creationId xmlns:a16="http://schemas.microsoft.com/office/drawing/2014/main" id="{1706D6CB-71A9-740E-E89E-33A98DB9F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9017917" y="2754217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11" name="Graphic 6">
            <a:extLst>
              <a:ext uri="{FF2B5EF4-FFF2-40B4-BE49-F238E27FC236}">
                <a16:creationId xmlns:a16="http://schemas.microsoft.com/office/drawing/2014/main" id="{1638685F-4267-998E-3BA5-E422AA210735}"/>
              </a:ext>
            </a:extLst>
          </p:cNvPr>
          <p:cNvGrpSpPr/>
          <p:nvPr/>
        </p:nvGrpSpPr>
        <p:grpSpPr>
          <a:xfrm>
            <a:off x="8927982" y="2765750"/>
            <a:ext cx="1445780" cy="385530"/>
            <a:chOff x="8927982" y="2765750"/>
            <a:chExt cx="1445780" cy="385530"/>
          </a:xfrm>
          <a:solidFill>
            <a:srgbClr val="1BA1E2"/>
          </a:solidFill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D0A3850-0B8E-AA07-45A4-98F2E14D8979}"/>
                </a:ext>
              </a:extLst>
            </p:cNvPr>
            <p:cNvSpPr/>
            <p:nvPr/>
          </p:nvSpPr>
          <p:spPr>
            <a:xfrm>
              <a:off x="8927982" y="2765750"/>
              <a:ext cx="1445780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13" name="Picture 212">
              <a:extLst>
                <a:ext uri="{FF2B5EF4-FFF2-40B4-BE49-F238E27FC236}">
                  <a16:creationId xmlns:a16="http://schemas.microsoft.com/office/drawing/2014/main" id="{54B61525-5D98-1492-D3C7-157F878A7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8942023" y="2829848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14" name="Graphic 6">
            <a:extLst>
              <a:ext uri="{FF2B5EF4-FFF2-40B4-BE49-F238E27FC236}">
                <a16:creationId xmlns:a16="http://schemas.microsoft.com/office/drawing/2014/main" id="{6AADF714-0784-DD26-03A1-316133D3FE59}"/>
              </a:ext>
            </a:extLst>
          </p:cNvPr>
          <p:cNvGrpSpPr/>
          <p:nvPr/>
        </p:nvGrpSpPr>
        <p:grpSpPr>
          <a:xfrm>
            <a:off x="8865939" y="2822474"/>
            <a:ext cx="1445780" cy="385530"/>
            <a:chOff x="8865939" y="2822474"/>
            <a:chExt cx="1445780" cy="385530"/>
          </a:xfrm>
          <a:solidFill>
            <a:srgbClr val="60A917"/>
          </a:solidFill>
        </p:grpSpPr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D1D9E65E-71D5-0572-D9CA-3EAC31116E90}"/>
                </a:ext>
              </a:extLst>
            </p:cNvPr>
            <p:cNvSpPr/>
            <p:nvPr/>
          </p:nvSpPr>
          <p:spPr>
            <a:xfrm>
              <a:off x="8865939" y="2822474"/>
              <a:ext cx="1445780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10B351B3-DEC6-18CB-B398-8A395D472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8885102" y="2886571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17" name="Graphic 6">
            <a:extLst>
              <a:ext uri="{FF2B5EF4-FFF2-40B4-BE49-F238E27FC236}">
                <a16:creationId xmlns:a16="http://schemas.microsoft.com/office/drawing/2014/main" id="{69F76D3B-116A-B52A-3887-1199B01340A0}"/>
              </a:ext>
            </a:extLst>
          </p:cNvPr>
          <p:cNvGrpSpPr/>
          <p:nvPr/>
        </p:nvGrpSpPr>
        <p:grpSpPr>
          <a:xfrm>
            <a:off x="9051879" y="3295170"/>
            <a:ext cx="1445780" cy="385530"/>
            <a:chOff x="9051879" y="3295170"/>
            <a:chExt cx="1445780" cy="385530"/>
          </a:xfrm>
          <a:solidFill>
            <a:srgbClr val="A20025"/>
          </a:solidFill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AD5BDF86-BD76-F096-E6D3-8218D8600314}"/>
                </a:ext>
              </a:extLst>
            </p:cNvPr>
            <p:cNvSpPr/>
            <p:nvPr/>
          </p:nvSpPr>
          <p:spPr>
            <a:xfrm>
              <a:off x="9051879" y="3295170"/>
              <a:ext cx="1445780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19" name="Picture 218">
              <a:extLst>
                <a:ext uri="{FF2B5EF4-FFF2-40B4-BE49-F238E27FC236}">
                  <a16:creationId xmlns:a16="http://schemas.microsoft.com/office/drawing/2014/main" id="{A99BEE9B-A6B3-6D18-85E2-4E539F378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9074837" y="3359267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20" name="Graphic 6">
            <a:extLst>
              <a:ext uri="{FF2B5EF4-FFF2-40B4-BE49-F238E27FC236}">
                <a16:creationId xmlns:a16="http://schemas.microsoft.com/office/drawing/2014/main" id="{394B2688-920E-D08B-2342-058D35C9A0D6}"/>
              </a:ext>
            </a:extLst>
          </p:cNvPr>
          <p:cNvGrpSpPr/>
          <p:nvPr/>
        </p:nvGrpSpPr>
        <p:grpSpPr>
          <a:xfrm>
            <a:off x="8989836" y="3332986"/>
            <a:ext cx="1445780" cy="385530"/>
            <a:chOff x="8989836" y="3332986"/>
            <a:chExt cx="1445780" cy="385530"/>
          </a:xfrm>
          <a:solidFill>
            <a:srgbClr val="6A00FF"/>
          </a:solidFill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62D5E23-B108-801E-ED32-4BC5E3263242}"/>
                </a:ext>
              </a:extLst>
            </p:cNvPr>
            <p:cNvSpPr/>
            <p:nvPr/>
          </p:nvSpPr>
          <p:spPr>
            <a:xfrm>
              <a:off x="8989836" y="3332986"/>
              <a:ext cx="1445780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0147C82A-0332-687E-54DB-DB5A89090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9017917" y="3397083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23" name="Graphic 6">
            <a:extLst>
              <a:ext uri="{FF2B5EF4-FFF2-40B4-BE49-F238E27FC236}">
                <a16:creationId xmlns:a16="http://schemas.microsoft.com/office/drawing/2014/main" id="{567DAD80-BBAE-E87A-359C-759BEB040151}"/>
              </a:ext>
            </a:extLst>
          </p:cNvPr>
          <p:cNvGrpSpPr/>
          <p:nvPr/>
        </p:nvGrpSpPr>
        <p:grpSpPr>
          <a:xfrm>
            <a:off x="8927982" y="3408617"/>
            <a:ext cx="1445780" cy="385530"/>
            <a:chOff x="8927982" y="3408617"/>
            <a:chExt cx="1445780" cy="385530"/>
          </a:xfrm>
          <a:solidFill>
            <a:srgbClr val="1BA1E2"/>
          </a:solidFill>
        </p:grpSpPr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5A778487-F3A5-14C8-B649-73D94956007A}"/>
                </a:ext>
              </a:extLst>
            </p:cNvPr>
            <p:cNvSpPr/>
            <p:nvPr/>
          </p:nvSpPr>
          <p:spPr>
            <a:xfrm>
              <a:off x="8927982" y="3408617"/>
              <a:ext cx="1445780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25" name="Picture 224">
              <a:extLst>
                <a:ext uri="{FF2B5EF4-FFF2-40B4-BE49-F238E27FC236}">
                  <a16:creationId xmlns:a16="http://schemas.microsoft.com/office/drawing/2014/main" id="{7CAA7899-2CC2-2ED1-F8AD-1759DA6F1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8942023" y="3472714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26" name="Graphic 6">
            <a:extLst>
              <a:ext uri="{FF2B5EF4-FFF2-40B4-BE49-F238E27FC236}">
                <a16:creationId xmlns:a16="http://schemas.microsoft.com/office/drawing/2014/main" id="{961B4ECB-C35A-03E0-9472-84A05E915F4D}"/>
              </a:ext>
            </a:extLst>
          </p:cNvPr>
          <p:cNvGrpSpPr/>
          <p:nvPr/>
        </p:nvGrpSpPr>
        <p:grpSpPr>
          <a:xfrm>
            <a:off x="8865939" y="3465340"/>
            <a:ext cx="1445780" cy="385530"/>
            <a:chOff x="8865939" y="3465340"/>
            <a:chExt cx="1445780" cy="385530"/>
          </a:xfrm>
          <a:solidFill>
            <a:srgbClr val="E51400"/>
          </a:solidFill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A5B307F6-6BCE-C043-05D1-E7F408493376}"/>
                </a:ext>
              </a:extLst>
            </p:cNvPr>
            <p:cNvSpPr/>
            <p:nvPr/>
          </p:nvSpPr>
          <p:spPr>
            <a:xfrm>
              <a:off x="8865939" y="3465340"/>
              <a:ext cx="1445780" cy="378156"/>
            </a:xfrm>
            <a:prstGeom prst="rect">
              <a:avLst/>
            </a:prstGeom>
            <a:solidFill>
              <a:srgbClr val="E51400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28" name="Picture 227">
              <a:extLst>
                <a:ext uri="{FF2B5EF4-FFF2-40B4-BE49-F238E27FC236}">
                  <a16:creationId xmlns:a16="http://schemas.microsoft.com/office/drawing/2014/main" id="{49ADF2C8-02AD-C335-8834-8969A70F8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8885102" y="3529438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29" name="Graphic 6">
            <a:extLst>
              <a:ext uri="{FF2B5EF4-FFF2-40B4-BE49-F238E27FC236}">
                <a16:creationId xmlns:a16="http://schemas.microsoft.com/office/drawing/2014/main" id="{227393BC-22CA-134D-5355-8A868933AC98}"/>
              </a:ext>
            </a:extLst>
          </p:cNvPr>
          <p:cNvGrpSpPr/>
          <p:nvPr/>
        </p:nvGrpSpPr>
        <p:grpSpPr>
          <a:xfrm>
            <a:off x="9051879" y="4259470"/>
            <a:ext cx="1445780" cy="385530"/>
            <a:chOff x="9051879" y="4259470"/>
            <a:chExt cx="1445780" cy="385530"/>
          </a:xfrm>
          <a:solidFill>
            <a:srgbClr val="A20025"/>
          </a:solidFill>
        </p:grpSpPr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4550C8F7-C281-D79C-9829-B8FC6E1B1E77}"/>
                </a:ext>
              </a:extLst>
            </p:cNvPr>
            <p:cNvSpPr/>
            <p:nvPr/>
          </p:nvSpPr>
          <p:spPr>
            <a:xfrm>
              <a:off x="9051879" y="4259470"/>
              <a:ext cx="1445780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31" name="Picture 230">
              <a:extLst>
                <a:ext uri="{FF2B5EF4-FFF2-40B4-BE49-F238E27FC236}">
                  <a16:creationId xmlns:a16="http://schemas.microsoft.com/office/drawing/2014/main" id="{04AF162E-03EC-4B40-DA50-5210C64B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9074837" y="4323567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32" name="Graphic 6">
            <a:extLst>
              <a:ext uri="{FF2B5EF4-FFF2-40B4-BE49-F238E27FC236}">
                <a16:creationId xmlns:a16="http://schemas.microsoft.com/office/drawing/2014/main" id="{94AE3A48-16B4-A451-51D8-F1A59D16BE08}"/>
              </a:ext>
            </a:extLst>
          </p:cNvPr>
          <p:cNvGrpSpPr/>
          <p:nvPr/>
        </p:nvGrpSpPr>
        <p:grpSpPr>
          <a:xfrm>
            <a:off x="8989836" y="4297285"/>
            <a:ext cx="1445780" cy="385530"/>
            <a:chOff x="8989836" y="4297285"/>
            <a:chExt cx="1445780" cy="385530"/>
          </a:xfrm>
          <a:solidFill>
            <a:srgbClr val="6A00FF"/>
          </a:solidFill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9C7E93F-45AD-B7E2-BFCD-A3BB66098D61}"/>
                </a:ext>
              </a:extLst>
            </p:cNvPr>
            <p:cNvSpPr/>
            <p:nvPr/>
          </p:nvSpPr>
          <p:spPr>
            <a:xfrm>
              <a:off x="8989836" y="4297285"/>
              <a:ext cx="1445780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34" name="Picture 233">
              <a:extLst>
                <a:ext uri="{FF2B5EF4-FFF2-40B4-BE49-F238E27FC236}">
                  <a16:creationId xmlns:a16="http://schemas.microsoft.com/office/drawing/2014/main" id="{BA33E5A2-B7E1-4CDF-D1EA-0CE9E6773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9017917" y="4361383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35" name="Graphic 6">
            <a:extLst>
              <a:ext uri="{FF2B5EF4-FFF2-40B4-BE49-F238E27FC236}">
                <a16:creationId xmlns:a16="http://schemas.microsoft.com/office/drawing/2014/main" id="{DEA3DE79-649C-9625-2CEB-50234A7FD773}"/>
              </a:ext>
            </a:extLst>
          </p:cNvPr>
          <p:cNvGrpSpPr/>
          <p:nvPr/>
        </p:nvGrpSpPr>
        <p:grpSpPr>
          <a:xfrm>
            <a:off x="8927982" y="4372917"/>
            <a:ext cx="1445780" cy="385530"/>
            <a:chOff x="8927982" y="4372917"/>
            <a:chExt cx="1445780" cy="385530"/>
          </a:xfrm>
          <a:solidFill>
            <a:srgbClr val="1BA1E2"/>
          </a:solidFill>
        </p:grpSpPr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9F541DCF-270E-757D-7B44-B8A787F8970F}"/>
                </a:ext>
              </a:extLst>
            </p:cNvPr>
            <p:cNvSpPr/>
            <p:nvPr/>
          </p:nvSpPr>
          <p:spPr>
            <a:xfrm>
              <a:off x="8927982" y="4372917"/>
              <a:ext cx="1445780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37" name="Picture 236">
              <a:extLst>
                <a:ext uri="{FF2B5EF4-FFF2-40B4-BE49-F238E27FC236}">
                  <a16:creationId xmlns:a16="http://schemas.microsoft.com/office/drawing/2014/main" id="{88E52ED0-791B-CAB2-F061-01009F1D5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8942023" y="4437014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38" name="Graphic 6">
            <a:extLst>
              <a:ext uri="{FF2B5EF4-FFF2-40B4-BE49-F238E27FC236}">
                <a16:creationId xmlns:a16="http://schemas.microsoft.com/office/drawing/2014/main" id="{353D6B52-3A14-00B1-D923-9A3677FC3FD7}"/>
              </a:ext>
            </a:extLst>
          </p:cNvPr>
          <p:cNvGrpSpPr/>
          <p:nvPr/>
        </p:nvGrpSpPr>
        <p:grpSpPr>
          <a:xfrm>
            <a:off x="8865939" y="4429640"/>
            <a:ext cx="1445780" cy="385530"/>
            <a:chOff x="8865939" y="4429640"/>
            <a:chExt cx="1445780" cy="385530"/>
          </a:xfrm>
          <a:solidFill>
            <a:srgbClr val="60A917"/>
          </a:solidFill>
        </p:grpSpPr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9604B580-487B-1D60-D33D-EA74B7A718C7}"/>
                </a:ext>
              </a:extLst>
            </p:cNvPr>
            <p:cNvSpPr/>
            <p:nvPr/>
          </p:nvSpPr>
          <p:spPr>
            <a:xfrm>
              <a:off x="8865939" y="4429640"/>
              <a:ext cx="1445780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D9A9C5BC-C1E2-8825-65FF-A3890693B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8885102" y="4493738"/>
              <a:ext cx="1404038" cy="321433"/>
            </a:xfrm>
            <a:custGeom>
              <a:avLst/>
              <a:gdLst>
                <a:gd name="csX0" fmla="*/ 0 w 1404038"/>
                <a:gd name="csY0" fmla="*/ 0 h 321433"/>
                <a:gd name="csX1" fmla="*/ 1404038 w 1404038"/>
                <a:gd name="csY1" fmla="*/ 0 h 321433"/>
                <a:gd name="csX2" fmla="*/ 1404038 w 1404038"/>
                <a:gd name="csY2" fmla="*/ 321433 h 321433"/>
                <a:gd name="csX3" fmla="*/ 0 w 1404038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04038" h="321433">
                  <a:moveTo>
                    <a:pt x="0" y="0"/>
                  </a:moveTo>
                  <a:lnTo>
                    <a:pt x="1404038" y="0"/>
                  </a:lnTo>
                  <a:lnTo>
                    <a:pt x="140403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41" name="Graphic 6">
            <a:extLst>
              <a:ext uri="{FF2B5EF4-FFF2-40B4-BE49-F238E27FC236}">
                <a16:creationId xmlns:a16="http://schemas.microsoft.com/office/drawing/2014/main" id="{5D154851-2EF6-3994-B39B-E89ED9504419}"/>
              </a:ext>
            </a:extLst>
          </p:cNvPr>
          <p:cNvGrpSpPr/>
          <p:nvPr/>
        </p:nvGrpSpPr>
        <p:grpSpPr>
          <a:xfrm>
            <a:off x="5109188" y="3295170"/>
            <a:ext cx="1328144" cy="385530"/>
            <a:chOff x="5109188" y="3295170"/>
            <a:chExt cx="1328144" cy="385530"/>
          </a:xfrm>
          <a:solidFill>
            <a:srgbClr val="A20025"/>
          </a:solidFill>
        </p:grpSpPr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8059E1AE-A47C-6857-54FD-B39E35C91F59}"/>
                </a:ext>
              </a:extLst>
            </p:cNvPr>
            <p:cNvSpPr/>
            <p:nvPr/>
          </p:nvSpPr>
          <p:spPr>
            <a:xfrm>
              <a:off x="5109188" y="3295170"/>
              <a:ext cx="1328144" cy="378156"/>
            </a:xfrm>
            <a:prstGeom prst="rect">
              <a:avLst/>
            </a:prstGeom>
            <a:solidFill>
              <a:srgbClr val="A20025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B6CEF00E-5CB7-60FC-2FDD-789D9126E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128351" y="3359267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44" name="Graphic 6">
            <a:extLst>
              <a:ext uri="{FF2B5EF4-FFF2-40B4-BE49-F238E27FC236}">
                <a16:creationId xmlns:a16="http://schemas.microsoft.com/office/drawing/2014/main" id="{D23FB5AA-F12F-3ECD-D3EE-F1F3389B7C03}"/>
              </a:ext>
            </a:extLst>
          </p:cNvPr>
          <p:cNvGrpSpPr/>
          <p:nvPr/>
        </p:nvGrpSpPr>
        <p:grpSpPr>
          <a:xfrm>
            <a:off x="5052267" y="3332986"/>
            <a:ext cx="1328144" cy="385530"/>
            <a:chOff x="5052267" y="3332986"/>
            <a:chExt cx="1328144" cy="385530"/>
          </a:xfrm>
          <a:solidFill>
            <a:srgbClr val="6A00FF"/>
          </a:solidFill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6309678B-6980-59EB-1A30-DC33DC12CF77}"/>
                </a:ext>
              </a:extLst>
            </p:cNvPr>
            <p:cNvSpPr/>
            <p:nvPr/>
          </p:nvSpPr>
          <p:spPr>
            <a:xfrm>
              <a:off x="5052267" y="3332986"/>
              <a:ext cx="1328144" cy="378156"/>
            </a:xfrm>
            <a:prstGeom prst="rect">
              <a:avLst/>
            </a:prstGeom>
            <a:solidFill>
              <a:srgbClr val="6A00FF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969E0F31-6B51-C512-391A-90FAE3A1E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071430" y="3397083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47" name="Graphic 6">
            <a:extLst>
              <a:ext uri="{FF2B5EF4-FFF2-40B4-BE49-F238E27FC236}">
                <a16:creationId xmlns:a16="http://schemas.microsoft.com/office/drawing/2014/main" id="{9A124635-7D34-65AD-C862-C2F9ACB9642F}"/>
              </a:ext>
            </a:extLst>
          </p:cNvPr>
          <p:cNvGrpSpPr/>
          <p:nvPr/>
        </p:nvGrpSpPr>
        <p:grpSpPr>
          <a:xfrm>
            <a:off x="4995347" y="3408617"/>
            <a:ext cx="1328144" cy="385530"/>
            <a:chOff x="4995347" y="3408617"/>
            <a:chExt cx="1328144" cy="385530"/>
          </a:xfrm>
          <a:solidFill>
            <a:srgbClr val="1BA1E2"/>
          </a:solidFill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870FB0FA-2DB0-1821-08CC-250A4AB0C300}"/>
                </a:ext>
              </a:extLst>
            </p:cNvPr>
            <p:cNvSpPr/>
            <p:nvPr/>
          </p:nvSpPr>
          <p:spPr>
            <a:xfrm>
              <a:off x="4995347" y="3408617"/>
              <a:ext cx="1328144" cy="378156"/>
            </a:xfrm>
            <a:prstGeom prst="rect">
              <a:avLst/>
            </a:prstGeom>
            <a:solidFill>
              <a:srgbClr val="1BA1E2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49" name="Picture 248">
              <a:extLst>
                <a:ext uri="{FF2B5EF4-FFF2-40B4-BE49-F238E27FC236}">
                  <a16:creationId xmlns:a16="http://schemas.microsoft.com/office/drawing/2014/main" id="{EABEE8D7-967D-D934-0381-9B46DE6EF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014510" y="3472714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50" name="Graphic 6">
            <a:extLst>
              <a:ext uri="{FF2B5EF4-FFF2-40B4-BE49-F238E27FC236}">
                <a16:creationId xmlns:a16="http://schemas.microsoft.com/office/drawing/2014/main" id="{0DCABE2B-06A6-6C59-A288-775DA999DEAE}"/>
              </a:ext>
            </a:extLst>
          </p:cNvPr>
          <p:cNvGrpSpPr/>
          <p:nvPr/>
        </p:nvGrpSpPr>
        <p:grpSpPr>
          <a:xfrm>
            <a:off x="4938426" y="3465340"/>
            <a:ext cx="1328144" cy="385530"/>
            <a:chOff x="4938426" y="3465340"/>
            <a:chExt cx="1328144" cy="385530"/>
          </a:xfrm>
          <a:solidFill>
            <a:srgbClr val="60A917"/>
          </a:solidFill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26AD27F5-A905-F3D3-5294-392816E742D7}"/>
                </a:ext>
              </a:extLst>
            </p:cNvPr>
            <p:cNvSpPr/>
            <p:nvPr/>
          </p:nvSpPr>
          <p:spPr>
            <a:xfrm>
              <a:off x="4938426" y="3465340"/>
              <a:ext cx="1328144" cy="378156"/>
            </a:xfrm>
            <a:prstGeom prst="rect">
              <a:avLst/>
            </a:prstGeom>
            <a:solidFill>
              <a:srgbClr val="60A917"/>
            </a:solidFill>
            <a:ln w="18960" cap="flat">
              <a:noFill/>
              <a:prstDash val="solid"/>
              <a:miter/>
            </a:ln>
          </p:spPr>
        </p:sp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3FCB9B8A-B080-8BF1-4A43-2305B67CB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957589" y="3529438"/>
              <a:ext cx="1290197" cy="321433"/>
            </a:xfrm>
            <a:custGeom>
              <a:avLst/>
              <a:gdLst>
                <a:gd name="csX0" fmla="*/ 0 w 1290197"/>
                <a:gd name="csY0" fmla="*/ 0 h 321433"/>
                <a:gd name="csX1" fmla="*/ 1290198 w 1290197"/>
                <a:gd name="csY1" fmla="*/ 0 h 321433"/>
                <a:gd name="csX2" fmla="*/ 1290198 w 1290197"/>
                <a:gd name="csY2" fmla="*/ 321433 h 321433"/>
                <a:gd name="csX3" fmla="*/ 0 w 129019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90197" h="321433">
                  <a:moveTo>
                    <a:pt x="0" y="0"/>
                  </a:moveTo>
                  <a:lnTo>
                    <a:pt x="1290198" y="0"/>
                  </a:lnTo>
                  <a:lnTo>
                    <a:pt x="129019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sp>
        <p:nvSpPr>
          <p:cNvPr id="253" name="Freeform 252">
            <a:extLst>
              <a:ext uri="{FF2B5EF4-FFF2-40B4-BE49-F238E27FC236}">
                <a16:creationId xmlns:a16="http://schemas.microsoft.com/office/drawing/2014/main" id="{52BB393C-B735-9412-782C-2A23BA890F4A}"/>
              </a:ext>
            </a:extLst>
          </p:cNvPr>
          <p:cNvSpPr/>
          <p:nvPr/>
        </p:nvSpPr>
        <p:spPr>
          <a:xfrm rot="1200000" flipV="1">
            <a:off x="8684802" y="2576913"/>
            <a:ext cx="237379" cy="551919"/>
          </a:xfrm>
          <a:custGeom>
            <a:avLst/>
            <a:gdLst>
              <a:gd name="csX0" fmla="*/ 237379 w 237379"/>
              <a:gd name="csY0" fmla="*/ 0 h 551919"/>
              <a:gd name="csX1" fmla="*/ 172680 w 237379"/>
              <a:gd name="csY1" fmla="*/ 0 h 551919"/>
              <a:gd name="csX2" fmla="*/ 107981 w 237379"/>
              <a:gd name="csY2" fmla="*/ 138028 h 551919"/>
              <a:gd name="csX3" fmla="*/ 107981 w 237379"/>
              <a:gd name="csY3" fmla="*/ 207041 h 551919"/>
              <a:gd name="csX4" fmla="*/ 43091 w 237379"/>
              <a:gd name="csY4" fmla="*/ 276055 h 551919"/>
              <a:gd name="csX5" fmla="*/ 10836 w 237379"/>
              <a:gd name="csY5" fmla="*/ 276055 h 551919"/>
              <a:gd name="csX6" fmla="*/ 43091 w 237379"/>
              <a:gd name="csY6" fmla="*/ 276055 h 551919"/>
              <a:gd name="csX7" fmla="*/ 75536 w 237379"/>
              <a:gd name="csY7" fmla="*/ 276055 h 551919"/>
              <a:gd name="csX8" fmla="*/ 107981 w 237379"/>
              <a:gd name="csY8" fmla="*/ 413893 h 551919"/>
              <a:gd name="csX9" fmla="*/ 107981 w 237379"/>
              <a:gd name="csY9" fmla="*/ 482907 h 551919"/>
              <a:gd name="csX10" fmla="*/ 172680 w 237379"/>
              <a:gd name="csY10" fmla="*/ 551920 h 551919"/>
              <a:gd name="csX11" fmla="*/ 237379 w 237379"/>
              <a:gd name="csY11" fmla="*/ 551920 h 5519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37379" h="551919">
                <a:moveTo>
                  <a:pt x="237379" y="0"/>
                </a:moveTo>
                <a:lnTo>
                  <a:pt x="172680" y="0"/>
                </a:lnTo>
                <a:cubicBezTo>
                  <a:pt x="129547" y="0"/>
                  <a:pt x="107981" y="46009"/>
                  <a:pt x="107981" y="138028"/>
                </a:cubicBezTo>
                <a:lnTo>
                  <a:pt x="107981" y="207041"/>
                </a:lnTo>
                <a:cubicBezTo>
                  <a:pt x="107981" y="253050"/>
                  <a:pt x="86351" y="276055"/>
                  <a:pt x="43091" y="276055"/>
                </a:cubicBezTo>
                <a:lnTo>
                  <a:pt x="10836" y="276055"/>
                </a:lnTo>
                <a:cubicBezTo>
                  <a:pt x="-10794" y="276055"/>
                  <a:pt x="-42" y="276055"/>
                  <a:pt x="43091" y="276055"/>
                </a:cubicBezTo>
                <a:lnTo>
                  <a:pt x="75536" y="276055"/>
                </a:lnTo>
                <a:cubicBezTo>
                  <a:pt x="97166" y="276055"/>
                  <a:pt x="107981" y="322001"/>
                  <a:pt x="107981" y="413893"/>
                </a:cubicBezTo>
                <a:lnTo>
                  <a:pt x="107981" y="482907"/>
                </a:lnTo>
                <a:cubicBezTo>
                  <a:pt x="107981" y="528916"/>
                  <a:pt x="129547" y="551920"/>
                  <a:pt x="172680" y="551920"/>
                </a:cubicBezTo>
                <a:lnTo>
                  <a:pt x="237379" y="551920"/>
                </a:lnTo>
              </a:path>
            </a:pathLst>
          </a:custGeom>
          <a:noFill/>
          <a:ln w="14220" cap="flat">
            <a:solidFill>
              <a:srgbClr val="000000"/>
            </a:solidFill>
            <a:prstDash val="solid"/>
            <a:miter/>
          </a:ln>
        </p:spPr>
      </p:sp>
      <p:pic>
        <p:nvPicPr>
          <p:cNvPr id="254" name="Picture 253">
            <a:extLst>
              <a:ext uri="{FF2B5EF4-FFF2-40B4-BE49-F238E27FC236}">
                <a16:creationId xmlns:a16="http://schemas.microsoft.com/office/drawing/2014/main" id="{06A86A9C-B176-E075-D89A-F4FD9097A0C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736536" y="4476910"/>
            <a:ext cx="284602" cy="283617"/>
          </a:xfrm>
          <a:custGeom>
            <a:avLst/>
            <a:gdLst>
              <a:gd name="csX0" fmla="*/ 0 w 284602"/>
              <a:gd name="csY0" fmla="*/ 0 h 283617"/>
              <a:gd name="csX1" fmla="*/ 284603 w 284602"/>
              <a:gd name="csY1" fmla="*/ 0 h 283617"/>
              <a:gd name="csX2" fmla="*/ 284603 w 284602"/>
              <a:gd name="csY2" fmla="*/ 283618 h 283617"/>
              <a:gd name="csX3" fmla="*/ 0 w 284602"/>
              <a:gd name="csY3" fmla="*/ 283618 h 283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283617">
                <a:moveTo>
                  <a:pt x="0" y="0"/>
                </a:moveTo>
                <a:lnTo>
                  <a:pt x="284603" y="0"/>
                </a:lnTo>
                <a:lnTo>
                  <a:pt x="284603" y="283618"/>
                </a:lnTo>
                <a:lnTo>
                  <a:pt x="0" y="283618"/>
                </a:lnTo>
                <a:close/>
              </a:path>
            </a:pathLst>
          </a:custGeom>
        </p:spPr>
      </p:pic>
      <p:pic>
        <p:nvPicPr>
          <p:cNvPr id="255" name="Picture 254">
            <a:extLst>
              <a:ext uri="{FF2B5EF4-FFF2-40B4-BE49-F238E27FC236}">
                <a16:creationId xmlns:a16="http://schemas.microsoft.com/office/drawing/2014/main" id="{F6F47F1E-72AA-AD72-346A-64E4128EDA7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736536" y="2892055"/>
            <a:ext cx="284602" cy="283617"/>
          </a:xfrm>
          <a:custGeom>
            <a:avLst/>
            <a:gdLst>
              <a:gd name="csX0" fmla="*/ 0 w 284602"/>
              <a:gd name="csY0" fmla="*/ 0 h 283617"/>
              <a:gd name="csX1" fmla="*/ 284603 w 284602"/>
              <a:gd name="csY1" fmla="*/ 0 h 283617"/>
              <a:gd name="csX2" fmla="*/ 284603 w 284602"/>
              <a:gd name="csY2" fmla="*/ 283618 h 283617"/>
              <a:gd name="csX3" fmla="*/ 0 w 284602"/>
              <a:gd name="csY3" fmla="*/ 283618 h 283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283617">
                <a:moveTo>
                  <a:pt x="0" y="0"/>
                </a:moveTo>
                <a:lnTo>
                  <a:pt x="284603" y="0"/>
                </a:lnTo>
                <a:lnTo>
                  <a:pt x="284603" y="283618"/>
                </a:lnTo>
                <a:lnTo>
                  <a:pt x="0" y="283618"/>
                </a:lnTo>
                <a:close/>
              </a:path>
            </a:pathLst>
          </a:custGeom>
        </p:spPr>
      </p:pic>
      <p:pic>
        <p:nvPicPr>
          <p:cNvPr id="256" name="Picture 255">
            <a:extLst>
              <a:ext uri="{FF2B5EF4-FFF2-40B4-BE49-F238E27FC236}">
                <a16:creationId xmlns:a16="http://schemas.microsoft.com/office/drawing/2014/main" id="{41A3FD6C-BD4C-41A5-1318-D1E24DCB055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755509" y="3540972"/>
            <a:ext cx="284602" cy="283617"/>
          </a:xfrm>
          <a:custGeom>
            <a:avLst/>
            <a:gdLst>
              <a:gd name="csX0" fmla="*/ 0 w 284602"/>
              <a:gd name="csY0" fmla="*/ 0 h 283617"/>
              <a:gd name="csX1" fmla="*/ 284603 w 284602"/>
              <a:gd name="csY1" fmla="*/ 0 h 283617"/>
              <a:gd name="csX2" fmla="*/ 284603 w 284602"/>
              <a:gd name="csY2" fmla="*/ 283618 h 283617"/>
              <a:gd name="csX3" fmla="*/ 0 w 284602"/>
              <a:gd name="csY3" fmla="*/ 283618 h 2836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4602" h="283617">
                <a:moveTo>
                  <a:pt x="0" y="0"/>
                </a:moveTo>
                <a:lnTo>
                  <a:pt x="284603" y="0"/>
                </a:lnTo>
                <a:lnTo>
                  <a:pt x="284603" y="283618"/>
                </a:lnTo>
                <a:lnTo>
                  <a:pt x="0" y="283618"/>
                </a:lnTo>
                <a:close/>
              </a:path>
            </a:pathLst>
          </a:custGeom>
        </p:spPr>
      </p:pic>
      <p:grpSp>
        <p:nvGrpSpPr>
          <p:cNvPr id="257" name="Graphic 6">
            <a:extLst>
              <a:ext uri="{FF2B5EF4-FFF2-40B4-BE49-F238E27FC236}">
                <a16:creationId xmlns:a16="http://schemas.microsoft.com/office/drawing/2014/main" id="{8E3D600A-B3BC-1ACD-21D2-D9FFE53CEB05}"/>
              </a:ext>
            </a:extLst>
          </p:cNvPr>
          <p:cNvGrpSpPr/>
          <p:nvPr/>
        </p:nvGrpSpPr>
        <p:grpSpPr>
          <a:xfrm>
            <a:off x="10850377" y="2425409"/>
            <a:ext cx="189734" cy="385530"/>
            <a:chOff x="10850377" y="2425409"/>
            <a:chExt cx="189734" cy="385530"/>
          </a:xfrm>
          <a:noFill/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4E89E62C-9EBD-8314-2C15-133480FD33D6}"/>
                </a:ext>
              </a:extLst>
            </p:cNvPr>
            <p:cNvSpPr/>
            <p:nvPr/>
          </p:nvSpPr>
          <p:spPr>
            <a:xfrm>
              <a:off x="10850377" y="2425409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259" name="Picture 258">
              <a:extLst>
                <a:ext uri="{FF2B5EF4-FFF2-40B4-BE49-F238E27FC236}">
                  <a16:creationId xmlns:a16="http://schemas.microsoft.com/office/drawing/2014/main" id="{0BD7CF4D-BC4D-7AFC-187F-503AB8A7F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0877319" y="2489507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260" name="Graphic 6">
            <a:extLst>
              <a:ext uri="{FF2B5EF4-FFF2-40B4-BE49-F238E27FC236}">
                <a16:creationId xmlns:a16="http://schemas.microsoft.com/office/drawing/2014/main" id="{C11E6D5D-678F-7C19-7B65-A78661442D35}"/>
              </a:ext>
            </a:extLst>
          </p:cNvPr>
          <p:cNvGrpSpPr/>
          <p:nvPr/>
        </p:nvGrpSpPr>
        <p:grpSpPr>
          <a:xfrm>
            <a:off x="10518909" y="2796948"/>
            <a:ext cx="751539" cy="93026"/>
            <a:chOff x="10518909" y="2796948"/>
            <a:chExt cx="751539" cy="93026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A290252A-9C14-2251-12C2-3006EB15281B}"/>
                </a:ext>
              </a:extLst>
            </p:cNvPr>
            <p:cNvSpPr/>
            <p:nvPr/>
          </p:nvSpPr>
          <p:spPr>
            <a:xfrm>
              <a:off x="10618520" y="2841193"/>
              <a:ext cx="552318" cy="5483"/>
            </a:xfrm>
            <a:custGeom>
              <a:avLst/>
              <a:gdLst>
                <a:gd name="csX0" fmla="*/ 0 w 552318"/>
                <a:gd name="csY0" fmla="*/ 0 h 5483"/>
                <a:gd name="csX1" fmla="*/ 278152 w 552318"/>
                <a:gd name="csY1" fmla="*/ 0 h 5483"/>
                <a:gd name="csX2" fmla="*/ 552318 w 552318"/>
                <a:gd name="csY2" fmla="*/ 5483 h 54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52318" h="5483">
                  <a:moveTo>
                    <a:pt x="0" y="0"/>
                  </a:moveTo>
                  <a:lnTo>
                    <a:pt x="278152" y="0"/>
                  </a:lnTo>
                  <a:lnTo>
                    <a:pt x="552318" y="5483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998314D4-A672-7D13-EF0B-5911A141F897}"/>
                </a:ext>
              </a:extLst>
            </p:cNvPr>
            <p:cNvSpPr/>
            <p:nvPr/>
          </p:nvSpPr>
          <p:spPr>
            <a:xfrm>
              <a:off x="10518909" y="2796948"/>
              <a:ext cx="132814" cy="88299"/>
            </a:xfrm>
            <a:custGeom>
              <a:avLst/>
              <a:gdLst>
                <a:gd name="csX0" fmla="*/ 0 w 132814"/>
                <a:gd name="csY0" fmla="*/ 44245 h 88299"/>
                <a:gd name="csX1" fmla="*/ 132814 w 132814"/>
                <a:gd name="csY1" fmla="*/ 0 h 88299"/>
                <a:gd name="csX2" fmla="*/ 99611 w 132814"/>
                <a:gd name="csY2" fmla="*/ 44245 h 88299"/>
                <a:gd name="csX3" fmla="*/ 132814 w 132814"/>
                <a:gd name="csY3" fmla="*/ 88300 h 8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88299">
                  <a:moveTo>
                    <a:pt x="0" y="44245"/>
                  </a:moveTo>
                  <a:lnTo>
                    <a:pt x="132814" y="0"/>
                  </a:lnTo>
                  <a:lnTo>
                    <a:pt x="99611" y="44245"/>
                  </a:lnTo>
                  <a:lnTo>
                    <a:pt x="132814" y="8830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45E65469-7DE0-D83A-2D93-4EA623E713BF}"/>
                </a:ext>
              </a:extLst>
            </p:cNvPr>
            <p:cNvSpPr/>
            <p:nvPr/>
          </p:nvSpPr>
          <p:spPr>
            <a:xfrm>
              <a:off x="11136686" y="2801864"/>
              <a:ext cx="133762" cy="88110"/>
            </a:xfrm>
            <a:custGeom>
              <a:avLst/>
              <a:gdLst>
                <a:gd name="csX0" fmla="*/ 133763 w 133762"/>
                <a:gd name="csY0" fmla="*/ 46702 h 88110"/>
                <a:gd name="csX1" fmla="*/ 0 w 133762"/>
                <a:gd name="csY1" fmla="*/ 88110 h 88110"/>
                <a:gd name="csX2" fmla="*/ 34152 w 133762"/>
                <a:gd name="csY2" fmla="*/ 44811 h 88110"/>
                <a:gd name="csX3" fmla="*/ 1898 w 133762"/>
                <a:gd name="csY3" fmla="*/ 0 h 88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762" h="88110">
                  <a:moveTo>
                    <a:pt x="133763" y="46702"/>
                  </a:moveTo>
                  <a:lnTo>
                    <a:pt x="0" y="88110"/>
                  </a:lnTo>
                  <a:lnTo>
                    <a:pt x="34152" y="44811"/>
                  </a:lnTo>
                  <a:lnTo>
                    <a:pt x="1898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64" name="Graphic 6">
            <a:extLst>
              <a:ext uri="{FF2B5EF4-FFF2-40B4-BE49-F238E27FC236}">
                <a16:creationId xmlns:a16="http://schemas.microsoft.com/office/drawing/2014/main" id="{73E0FB4D-BE11-8E76-6371-6A7CB42DFB27}"/>
              </a:ext>
            </a:extLst>
          </p:cNvPr>
          <p:cNvGrpSpPr/>
          <p:nvPr/>
        </p:nvGrpSpPr>
        <p:grpSpPr>
          <a:xfrm>
            <a:off x="10518909" y="3438680"/>
            <a:ext cx="754576" cy="89434"/>
            <a:chOff x="10518909" y="3438680"/>
            <a:chExt cx="754576" cy="89434"/>
          </a:xfrm>
        </p:grpSpPr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A4B5A286-2A88-74CE-22DD-BBC33FF94CD7}"/>
                </a:ext>
              </a:extLst>
            </p:cNvPr>
            <p:cNvSpPr/>
            <p:nvPr/>
          </p:nvSpPr>
          <p:spPr>
            <a:xfrm>
              <a:off x="10618520" y="3482736"/>
              <a:ext cx="555354" cy="1323"/>
            </a:xfrm>
            <a:custGeom>
              <a:avLst/>
              <a:gdLst>
                <a:gd name="csX0" fmla="*/ 0 w 555354"/>
                <a:gd name="csY0" fmla="*/ 1324 h 1323"/>
                <a:gd name="csX1" fmla="*/ 278152 w 555354"/>
                <a:gd name="csY1" fmla="*/ 1324 h 1323"/>
                <a:gd name="csX2" fmla="*/ 555355 w 555354"/>
                <a:gd name="csY2" fmla="*/ 0 h 1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55354" h="1323">
                  <a:moveTo>
                    <a:pt x="0" y="1324"/>
                  </a:moveTo>
                  <a:lnTo>
                    <a:pt x="278152" y="1324"/>
                  </a:lnTo>
                  <a:lnTo>
                    <a:pt x="555355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4DF478A4-17AF-E192-833B-C1D484BCD5FF}"/>
                </a:ext>
              </a:extLst>
            </p:cNvPr>
            <p:cNvSpPr/>
            <p:nvPr/>
          </p:nvSpPr>
          <p:spPr>
            <a:xfrm>
              <a:off x="10518909" y="3439815"/>
              <a:ext cx="132814" cy="88299"/>
            </a:xfrm>
            <a:custGeom>
              <a:avLst/>
              <a:gdLst>
                <a:gd name="csX0" fmla="*/ 0 w 132814"/>
                <a:gd name="csY0" fmla="*/ 44245 h 88299"/>
                <a:gd name="csX1" fmla="*/ 132814 w 132814"/>
                <a:gd name="csY1" fmla="*/ 0 h 88299"/>
                <a:gd name="csX2" fmla="*/ 99611 w 132814"/>
                <a:gd name="csY2" fmla="*/ 44245 h 88299"/>
                <a:gd name="csX3" fmla="*/ 132814 w 132814"/>
                <a:gd name="csY3" fmla="*/ 88300 h 8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88299">
                  <a:moveTo>
                    <a:pt x="0" y="44245"/>
                  </a:moveTo>
                  <a:lnTo>
                    <a:pt x="132814" y="0"/>
                  </a:lnTo>
                  <a:lnTo>
                    <a:pt x="99611" y="44245"/>
                  </a:lnTo>
                  <a:lnTo>
                    <a:pt x="132814" y="8830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0C9AD0A7-A016-C6D6-D839-763002849C4F}"/>
                </a:ext>
              </a:extLst>
            </p:cNvPr>
            <p:cNvSpPr/>
            <p:nvPr/>
          </p:nvSpPr>
          <p:spPr>
            <a:xfrm>
              <a:off x="11140481" y="3438680"/>
              <a:ext cx="133004" cy="88299"/>
            </a:xfrm>
            <a:custGeom>
              <a:avLst/>
              <a:gdLst>
                <a:gd name="csX0" fmla="*/ 133004 w 133004"/>
                <a:gd name="csY0" fmla="*/ 43677 h 88299"/>
                <a:gd name="csX1" fmla="*/ 380 w 133004"/>
                <a:gd name="csY1" fmla="*/ 88300 h 88299"/>
                <a:gd name="csX2" fmla="*/ 33394 w 133004"/>
                <a:gd name="csY2" fmla="*/ 44055 h 88299"/>
                <a:gd name="csX3" fmla="*/ 0 w 133004"/>
                <a:gd name="csY3" fmla="*/ 0 h 8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004" h="88299">
                  <a:moveTo>
                    <a:pt x="133004" y="43677"/>
                  </a:moveTo>
                  <a:lnTo>
                    <a:pt x="380" y="88300"/>
                  </a:lnTo>
                  <a:lnTo>
                    <a:pt x="33394" y="44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68" name="Graphic 6">
            <a:extLst>
              <a:ext uri="{FF2B5EF4-FFF2-40B4-BE49-F238E27FC236}">
                <a16:creationId xmlns:a16="http://schemas.microsoft.com/office/drawing/2014/main" id="{FBDCC7F4-6198-CF50-D618-260E9B46CD87}"/>
              </a:ext>
            </a:extLst>
          </p:cNvPr>
          <p:cNvGrpSpPr/>
          <p:nvPr/>
        </p:nvGrpSpPr>
        <p:grpSpPr>
          <a:xfrm>
            <a:off x="10518909" y="4403358"/>
            <a:ext cx="735602" cy="89245"/>
            <a:chOff x="10518909" y="4403358"/>
            <a:chExt cx="735602" cy="89245"/>
          </a:xfrm>
        </p:grpSpPr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2310D58F-067E-DCB6-1729-87CDF7994956}"/>
                </a:ext>
              </a:extLst>
            </p:cNvPr>
            <p:cNvSpPr/>
            <p:nvPr/>
          </p:nvSpPr>
          <p:spPr>
            <a:xfrm>
              <a:off x="10618520" y="4447224"/>
              <a:ext cx="536380" cy="1512"/>
            </a:xfrm>
            <a:custGeom>
              <a:avLst/>
              <a:gdLst>
                <a:gd name="csX0" fmla="*/ 0 w 536380"/>
                <a:gd name="csY0" fmla="*/ 1324 h 1512"/>
                <a:gd name="csX1" fmla="*/ 278152 w 536380"/>
                <a:gd name="csY1" fmla="*/ 1513 h 1512"/>
                <a:gd name="csX2" fmla="*/ 536381 w 536380"/>
                <a:gd name="csY2" fmla="*/ 0 h 1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36380" h="1512">
                  <a:moveTo>
                    <a:pt x="0" y="1324"/>
                  </a:moveTo>
                  <a:lnTo>
                    <a:pt x="278152" y="1513"/>
                  </a:lnTo>
                  <a:lnTo>
                    <a:pt x="536381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2B8A51D3-4E53-BBA3-5C8A-97F79A839E27}"/>
                </a:ext>
              </a:extLst>
            </p:cNvPr>
            <p:cNvSpPr/>
            <p:nvPr/>
          </p:nvSpPr>
          <p:spPr>
            <a:xfrm>
              <a:off x="10518909" y="4404493"/>
              <a:ext cx="132814" cy="88110"/>
            </a:xfrm>
            <a:custGeom>
              <a:avLst/>
              <a:gdLst>
                <a:gd name="csX0" fmla="*/ 0 w 132814"/>
                <a:gd name="csY0" fmla="*/ 43866 h 88110"/>
                <a:gd name="csX1" fmla="*/ 132814 w 132814"/>
                <a:gd name="csY1" fmla="*/ 0 h 88110"/>
                <a:gd name="csX2" fmla="*/ 99611 w 132814"/>
                <a:gd name="csY2" fmla="*/ 44055 h 88110"/>
                <a:gd name="csX3" fmla="*/ 132814 w 132814"/>
                <a:gd name="csY3" fmla="*/ 88111 h 88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88110">
                  <a:moveTo>
                    <a:pt x="0" y="43866"/>
                  </a:moveTo>
                  <a:lnTo>
                    <a:pt x="132814" y="0"/>
                  </a:lnTo>
                  <a:lnTo>
                    <a:pt x="99611" y="44055"/>
                  </a:lnTo>
                  <a:lnTo>
                    <a:pt x="132814" y="88111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1736D6D1-C8C7-6B7E-3EA2-0836C6312C1A}"/>
                </a:ext>
              </a:extLst>
            </p:cNvPr>
            <p:cNvSpPr/>
            <p:nvPr/>
          </p:nvSpPr>
          <p:spPr>
            <a:xfrm>
              <a:off x="11121508" y="4403358"/>
              <a:ext cx="133004" cy="88110"/>
            </a:xfrm>
            <a:custGeom>
              <a:avLst/>
              <a:gdLst>
                <a:gd name="csX0" fmla="*/ 133004 w 133004"/>
                <a:gd name="csY0" fmla="*/ 43299 h 88110"/>
                <a:gd name="csX1" fmla="*/ 570 w 133004"/>
                <a:gd name="csY1" fmla="*/ 88111 h 88110"/>
                <a:gd name="csX2" fmla="*/ 33394 w 133004"/>
                <a:gd name="csY2" fmla="*/ 43866 h 88110"/>
                <a:gd name="csX3" fmla="*/ 0 w 133004"/>
                <a:gd name="csY3" fmla="*/ 0 h 88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3004" h="88110">
                  <a:moveTo>
                    <a:pt x="133004" y="43299"/>
                  </a:moveTo>
                  <a:lnTo>
                    <a:pt x="570" y="88111"/>
                  </a:lnTo>
                  <a:lnTo>
                    <a:pt x="33394" y="438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72" name="Graphic 6">
            <a:extLst>
              <a:ext uri="{FF2B5EF4-FFF2-40B4-BE49-F238E27FC236}">
                <a16:creationId xmlns:a16="http://schemas.microsoft.com/office/drawing/2014/main" id="{F09D50C2-BE5D-6C3F-E518-EA3D84226531}"/>
              </a:ext>
            </a:extLst>
          </p:cNvPr>
          <p:cNvGrpSpPr/>
          <p:nvPr/>
        </p:nvGrpSpPr>
        <p:grpSpPr>
          <a:xfrm>
            <a:off x="8486659" y="1717500"/>
            <a:ext cx="572430" cy="1096276"/>
            <a:chOff x="8486659" y="1717500"/>
            <a:chExt cx="572430" cy="1096276"/>
          </a:xfrm>
        </p:grpSpPr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73C9C816-304E-4469-A982-31CC2FF165D1}"/>
                </a:ext>
              </a:extLst>
            </p:cNvPr>
            <p:cNvSpPr/>
            <p:nvPr/>
          </p:nvSpPr>
          <p:spPr>
            <a:xfrm>
              <a:off x="8486659" y="1761555"/>
              <a:ext cx="472819" cy="1052221"/>
            </a:xfrm>
            <a:custGeom>
              <a:avLst/>
              <a:gdLst>
                <a:gd name="csX0" fmla="*/ 209278 w 472819"/>
                <a:gd name="csY0" fmla="*/ 1052221 h 1052221"/>
                <a:gd name="csX1" fmla="*/ 0 w 472819"/>
                <a:gd name="csY1" fmla="*/ 525638 h 1052221"/>
                <a:gd name="csX2" fmla="*/ 472820 w 472819"/>
                <a:gd name="csY2" fmla="*/ 0 h 1052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2819" h="1052221">
                  <a:moveTo>
                    <a:pt x="209278" y="1052221"/>
                  </a:moveTo>
                  <a:cubicBezTo>
                    <a:pt x="69759" y="1051465"/>
                    <a:pt x="0" y="875937"/>
                    <a:pt x="0" y="525638"/>
                  </a:cubicBezTo>
                  <a:cubicBezTo>
                    <a:pt x="0" y="175465"/>
                    <a:pt x="157607" y="252"/>
                    <a:pt x="472820" y="0"/>
                  </a:cubicBezTo>
                </a:path>
              </a:pathLst>
            </a:custGeom>
            <a:noFill/>
            <a:ln w="18960" cap="flat">
              <a:solidFill>
                <a:srgbClr val="4D4D4D"/>
              </a:solidFill>
              <a:prstDash val="sysDot"/>
              <a:miter/>
            </a:ln>
          </p:spPr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47CAA5D4-2845-F84D-B16C-BF918D9D2E19}"/>
                </a:ext>
              </a:extLst>
            </p:cNvPr>
            <p:cNvSpPr/>
            <p:nvPr/>
          </p:nvSpPr>
          <p:spPr>
            <a:xfrm>
              <a:off x="8926275" y="1717500"/>
              <a:ext cx="132814" cy="88299"/>
            </a:xfrm>
            <a:custGeom>
              <a:avLst/>
              <a:gdLst>
                <a:gd name="csX0" fmla="*/ 132814 w 132814"/>
                <a:gd name="csY0" fmla="*/ 44055 h 88299"/>
                <a:gd name="csX1" fmla="*/ 0 w 132814"/>
                <a:gd name="csY1" fmla="*/ 88300 h 88299"/>
                <a:gd name="csX2" fmla="*/ 33204 w 132814"/>
                <a:gd name="csY2" fmla="*/ 44055 h 88299"/>
                <a:gd name="csX3" fmla="*/ 0 w 132814"/>
                <a:gd name="csY3" fmla="*/ 0 h 8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88299">
                  <a:moveTo>
                    <a:pt x="132814" y="44055"/>
                  </a:moveTo>
                  <a:lnTo>
                    <a:pt x="0" y="88300"/>
                  </a:lnTo>
                  <a:lnTo>
                    <a:pt x="33204" y="44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 w="18960" cap="flat">
              <a:solidFill>
                <a:srgbClr val="4D4D4D"/>
              </a:solidFill>
              <a:prstDash val="solid"/>
              <a:miter/>
            </a:ln>
          </p:spPr>
        </p:sp>
      </p:grpSp>
      <p:sp>
        <p:nvSpPr>
          <p:cNvPr id="275" name="Rectangle 274">
            <a:extLst>
              <a:ext uri="{FF2B5EF4-FFF2-40B4-BE49-F238E27FC236}">
                <a16:creationId xmlns:a16="http://schemas.microsoft.com/office/drawing/2014/main" id="{CD16402B-3222-957D-8EC1-8007EA553B42}"/>
              </a:ext>
            </a:extLst>
          </p:cNvPr>
          <p:cNvSpPr/>
          <p:nvPr/>
        </p:nvSpPr>
        <p:spPr>
          <a:xfrm>
            <a:off x="11294736" y="2517868"/>
            <a:ext cx="777913" cy="2382387"/>
          </a:xfrm>
          <a:prstGeom prst="rect">
            <a:avLst/>
          </a:prstGeom>
          <a:solidFill>
            <a:srgbClr val="76608A"/>
          </a:solidFill>
          <a:ln w="18960" cap="flat">
            <a:noFill/>
            <a:prstDash val="solid"/>
            <a:miter/>
          </a:ln>
        </p:spPr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D80AC84-DB9F-BDA2-6085-99ADDDEAF4FC}"/>
              </a:ext>
            </a:extLst>
          </p:cNvPr>
          <p:cNvSpPr/>
          <p:nvPr/>
        </p:nvSpPr>
        <p:spPr>
          <a:xfrm>
            <a:off x="11453544" y="3551560"/>
            <a:ext cx="505833" cy="191158"/>
          </a:xfrm>
          <a:prstGeom prst="rect">
            <a:avLst/>
          </a:prstGeom>
          <a:noFill/>
          <a:ln w="18960" cap="flat">
            <a:noFill/>
            <a:prstDash val="solid"/>
            <a:miter/>
          </a:ln>
        </p:spPr>
      </p:sp>
      <p:grpSp>
        <p:nvGrpSpPr>
          <p:cNvPr id="279" name="Graphic 6">
            <a:extLst>
              <a:ext uri="{FF2B5EF4-FFF2-40B4-BE49-F238E27FC236}">
                <a16:creationId xmlns:a16="http://schemas.microsoft.com/office/drawing/2014/main" id="{3BAEEC0A-3111-74E8-93CC-87495D096433}"/>
              </a:ext>
            </a:extLst>
          </p:cNvPr>
          <p:cNvGrpSpPr/>
          <p:nvPr/>
        </p:nvGrpSpPr>
        <p:grpSpPr>
          <a:xfrm>
            <a:off x="10837474" y="3479567"/>
            <a:ext cx="1102360" cy="794129"/>
            <a:chOff x="10837474" y="3479567"/>
            <a:chExt cx="1102360" cy="794129"/>
          </a:xfrm>
          <a:noFill/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84B6FA54-CDB8-2AC8-0262-F5B8D3E1B46C}"/>
                </a:ext>
              </a:extLst>
            </p:cNvPr>
            <p:cNvSpPr/>
            <p:nvPr/>
          </p:nvSpPr>
          <p:spPr>
            <a:xfrm>
              <a:off x="10896292" y="3742718"/>
              <a:ext cx="1043542" cy="453788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281" name="Picture 280">
              <a:extLst>
                <a:ext uri="{FF2B5EF4-FFF2-40B4-BE49-F238E27FC236}">
                  <a16:creationId xmlns:a16="http://schemas.microsoft.com/office/drawing/2014/main" id="{D8C26925-D18C-9E99-918E-2050ACC4C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0837474" y="3479567"/>
              <a:ext cx="1005595" cy="794129"/>
            </a:xfrm>
            <a:custGeom>
              <a:avLst/>
              <a:gdLst>
                <a:gd name="csX0" fmla="*/ 0 w 1005595"/>
                <a:gd name="csY0" fmla="*/ 0 h 794129"/>
                <a:gd name="csX1" fmla="*/ 1005595 w 1005595"/>
                <a:gd name="csY1" fmla="*/ 0 h 794129"/>
                <a:gd name="csX2" fmla="*/ 1005595 w 1005595"/>
                <a:gd name="csY2" fmla="*/ 794129 h 794129"/>
                <a:gd name="csX3" fmla="*/ 0 w 1005595"/>
                <a:gd name="csY3" fmla="*/ 794129 h 794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05595" h="794129">
                  <a:moveTo>
                    <a:pt x="0" y="0"/>
                  </a:moveTo>
                  <a:lnTo>
                    <a:pt x="1005595" y="0"/>
                  </a:lnTo>
                  <a:lnTo>
                    <a:pt x="1005595" y="794129"/>
                  </a:lnTo>
                  <a:lnTo>
                    <a:pt x="0" y="794129"/>
                  </a:lnTo>
                  <a:close/>
                </a:path>
              </a:pathLst>
            </a:custGeom>
          </p:spPr>
        </p:pic>
      </p:grpSp>
      <p:grpSp>
        <p:nvGrpSpPr>
          <p:cNvPr id="282" name="Graphic 6">
            <a:extLst>
              <a:ext uri="{FF2B5EF4-FFF2-40B4-BE49-F238E27FC236}">
                <a16:creationId xmlns:a16="http://schemas.microsoft.com/office/drawing/2014/main" id="{BB2E26BC-EB36-95CC-95E9-E0CF2182D3CF}"/>
              </a:ext>
            </a:extLst>
          </p:cNvPr>
          <p:cNvGrpSpPr/>
          <p:nvPr/>
        </p:nvGrpSpPr>
        <p:grpSpPr>
          <a:xfrm>
            <a:off x="3834548" y="1236540"/>
            <a:ext cx="1867750" cy="491603"/>
            <a:chOff x="3857127" y="1184866"/>
            <a:chExt cx="1867750" cy="491603"/>
          </a:xfrm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2BE841E4-3EC9-1329-BF15-1B3921D70098}"/>
                </a:ext>
              </a:extLst>
            </p:cNvPr>
            <p:cNvSpPr/>
            <p:nvPr/>
          </p:nvSpPr>
          <p:spPr>
            <a:xfrm>
              <a:off x="3941369" y="1184866"/>
              <a:ext cx="1783508" cy="378156"/>
            </a:xfrm>
            <a:prstGeom prst="rect">
              <a:avLst/>
            </a:prstGeom>
            <a:noFill/>
            <a:ln w="18960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</p:sp>
        <p:grpSp>
          <p:nvGrpSpPr>
            <p:cNvPr id="284" name="Graphic 6">
              <a:extLst>
                <a:ext uri="{FF2B5EF4-FFF2-40B4-BE49-F238E27FC236}">
                  <a16:creationId xmlns:a16="http://schemas.microsoft.com/office/drawing/2014/main" id="{824A5A13-AF09-8341-1C54-40E4CB316E15}"/>
                </a:ext>
              </a:extLst>
            </p:cNvPr>
            <p:cNvGrpSpPr/>
            <p:nvPr/>
          </p:nvGrpSpPr>
          <p:grpSpPr>
            <a:xfrm>
              <a:off x="3857127" y="1260497"/>
              <a:ext cx="1802481" cy="415972"/>
              <a:chOff x="3857127" y="1260497"/>
              <a:chExt cx="1802481" cy="415972"/>
            </a:xfrm>
            <a:solidFill>
              <a:srgbClr val="FFFFFF"/>
            </a:solidFill>
          </p:grpSpPr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CCF6D586-A36A-235B-0369-FF55CDB4693F}"/>
                  </a:ext>
                </a:extLst>
              </p:cNvPr>
              <p:cNvSpPr/>
              <p:nvPr/>
            </p:nvSpPr>
            <p:spPr>
              <a:xfrm>
                <a:off x="3857127" y="1260497"/>
                <a:ext cx="1792046" cy="397064"/>
              </a:xfrm>
              <a:prstGeom prst="rect">
                <a:avLst/>
              </a:prstGeom>
              <a:solidFill>
                <a:srgbClr val="FFFFFF"/>
              </a:solidFill>
              <a:ln w="18960" cap="flat">
                <a:solidFill>
                  <a:srgbClr val="000000"/>
                </a:solidFill>
                <a:custDash>
                  <a:ds d="225000" sp="225000"/>
                </a:custDash>
                <a:miter/>
              </a:ln>
            </p:spPr>
          </p:sp>
          <p:pic>
            <p:nvPicPr>
              <p:cNvPr id="286" name="Picture 285">
                <a:extLst>
                  <a:ext uri="{FF2B5EF4-FFF2-40B4-BE49-F238E27FC236}">
                    <a16:creationId xmlns:a16="http://schemas.microsoft.com/office/drawing/2014/main" id="{9A209D2B-B2CD-9B28-F67D-8F75C5631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951994" y="1355036"/>
                <a:ext cx="1707614" cy="321433"/>
              </a:xfrm>
              <a:custGeom>
                <a:avLst/>
                <a:gdLst>
                  <a:gd name="csX0" fmla="*/ 0 w 1707614"/>
                  <a:gd name="csY0" fmla="*/ 0 h 321433"/>
                  <a:gd name="csX1" fmla="*/ 1707614 w 1707614"/>
                  <a:gd name="csY1" fmla="*/ 0 h 321433"/>
                  <a:gd name="csX2" fmla="*/ 1707614 w 1707614"/>
                  <a:gd name="csY2" fmla="*/ 321433 h 321433"/>
                  <a:gd name="csX3" fmla="*/ 0 w 1707614"/>
                  <a:gd name="csY3" fmla="*/ 321433 h 321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07614" h="321433">
                    <a:moveTo>
                      <a:pt x="0" y="0"/>
                    </a:moveTo>
                    <a:lnTo>
                      <a:pt x="1707614" y="0"/>
                    </a:lnTo>
                    <a:lnTo>
                      <a:pt x="1707614" y="321433"/>
                    </a:lnTo>
                    <a:lnTo>
                      <a:pt x="0" y="321433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87" name="Graphic 6">
            <a:extLst>
              <a:ext uri="{FF2B5EF4-FFF2-40B4-BE49-F238E27FC236}">
                <a16:creationId xmlns:a16="http://schemas.microsoft.com/office/drawing/2014/main" id="{C3A8148F-6321-8C78-C6C9-0698AB91C6F8}"/>
              </a:ext>
            </a:extLst>
          </p:cNvPr>
          <p:cNvGrpSpPr/>
          <p:nvPr/>
        </p:nvGrpSpPr>
        <p:grpSpPr>
          <a:xfrm>
            <a:off x="1701548" y="551453"/>
            <a:ext cx="132814" cy="451519"/>
            <a:chOff x="1701548" y="551453"/>
            <a:chExt cx="132814" cy="451519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39FD6016-65DD-E703-323B-696CEE5B5CA4}"/>
                </a:ext>
              </a:extLst>
            </p:cNvPr>
            <p:cNvSpPr/>
            <p:nvPr/>
          </p:nvSpPr>
          <p:spPr>
            <a:xfrm>
              <a:off x="1767766" y="551453"/>
              <a:ext cx="379" cy="352253"/>
            </a:xfrm>
            <a:custGeom>
              <a:avLst/>
              <a:gdLst>
                <a:gd name="csX0" fmla="*/ 380 w 379"/>
                <a:gd name="csY0" fmla="*/ 0 h 352253"/>
                <a:gd name="csX1" fmla="*/ 0 w 379"/>
                <a:gd name="csY1" fmla="*/ 352253 h 352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9" h="352253">
                  <a:moveTo>
                    <a:pt x="380" y="0"/>
                  </a:moveTo>
                  <a:lnTo>
                    <a:pt x="0" y="352253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AC408447-0B4D-9DB6-C6A0-2E93B17703CF}"/>
                </a:ext>
              </a:extLst>
            </p:cNvPr>
            <p:cNvSpPr/>
            <p:nvPr/>
          </p:nvSpPr>
          <p:spPr>
            <a:xfrm>
              <a:off x="1701548" y="870617"/>
              <a:ext cx="132814" cy="132354"/>
            </a:xfrm>
            <a:custGeom>
              <a:avLst/>
              <a:gdLst>
                <a:gd name="csX0" fmla="*/ 66217 w 132814"/>
                <a:gd name="csY0" fmla="*/ 132355 h 132354"/>
                <a:gd name="csX1" fmla="*/ 0 w 132814"/>
                <a:gd name="csY1" fmla="*/ 0 h 132354"/>
                <a:gd name="csX2" fmla="*/ 66217 w 132814"/>
                <a:gd name="csY2" fmla="*/ 33089 h 132354"/>
                <a:gd name="csX3" fmla="*/ 132814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66217" y="132355"/>
                  </a:moveTo>
                  <a:lnTo>
                    <a:pt x="0" y="0"/>
                  </a:lnTo>
                  <a:lnTo>
                    <a:pt x="66217" y="33089"/>
                  </a:lnTo>
                  <a:lnTo>
                    <a:pt x="132814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90" name="Graphic 6">
            <a:extLst>
              <a:ext uri="{FF2B5EF4-FFF2-40B4-BE49-F238E27FC236}">
                <a16:creationId xmlns:a16="http://schemas.microsoft.com/office/drawing/2014/main" id="{B1C80A9B-610E-69D0-7082-EE36EAB9C1AF}"/>
              </a:ext>
            </a:extLst>
          </p:cNvPr>
          <p:cNvGrpSpPr/>
          <p:nvPr/>
        </p:nvGrpSpPr>
        <p:grpSpPr>
          <a:xfrm>
            <a:off x="2576416" y="756414"/>
            <a:ext cx="132814" cy="265466"/>
            <a:chOff x="2576416" y="756414"/>
            <a:chExt cx="132814" cy="265466"/>
          </a:xfrm>
        </p:grpSpPr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14DF8045-8B21-D66F-00DE-F26753F8528F}"/>
                </a:ext>
              </a:extLst>
            </p:cNvPr>
            <p:cNvSpPr/>
            <p:nvPr/>
          </p:nvSpPr>
          <p:spPr>
            <a:xfrm>
              <a:off x="2642823" y="756414"/>
              <a:ext cx="18973" cy="166199"/>
            </a:xfrm>
            <a:custGeom>
              <a:avLst/>
              <a:gdLst>
                <a:gd name="csX0" fmla="*/ 0 w 18973"/>
                <a:gd name="csY0" fmla="*/ 0 h 166199"/>
                <a:gd name="csX1" fmla="*/ 0 w 18973"/>
                <a:gd name="csY1" fmla="*/ 166200 h 166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973" h="166199">
                  <a:moveTo>
                    <a:pt x="0" y="0"/>
                  </a:moveTo>
                  <a:lnTo>
                    <a:pt x="0" y="16620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CEB3D48D-B9AE-87CB-E2E5-75DAC755FA1E}"/>
                </a:ext>
              </a:extLst>
            </p:cNvPr>
            <p:cNvSpPr/>
            <p:nvPr/>
          </p:nvSpPr>
          <p:spPr>
            <a:xfrm>
              <a:off x="2576416" y="889525"/>
              <a:ext cx="132814" cy="132354"/>
            </a:xfrm>
            <a:custGeom>
              <a:avLst/>
              <a:gdLst>
                <a:gd name="csX0" fmla="*/ 66407 w 132814"/>
                <a:gd name="csY0" fmla="*/ 132355 h 132354"/>
                <a:gd name="csX1" fmla="*/ 0 w 132814"/>
                <a:gd name="csY1" fmla="*/ 0 h 132354"/>
                <a:gd name="csX2" fmla="*/ 66407 w 132814"/>
                <a:gd name="csY2" fmla="*/ 33089 h 132354"/>
                <a:gd name="csX3" fmla="*/ 132814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66407" y="132355"/>
                  </a:moveTo>
                  <a:lnTo>
                    <a:pt x="0" y="0"/>
                  </a:lnTo>
                  <a:lnTo>
                    <a:pt x="66407" y="33089"/>
                  </a:lnTo>
                  <a:lnTo>
                    <a:pt x="132814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93" name="Graphic 6">
            <a:extLst>
              <a:ext uri="{FF2B5EF4-FFF2-40B4-BE49-F238E27FC236}">
                <a16:creationId xmlns:a16="http://schemas.microsoft.com/office/drawing/2014/main" id="{025566AA-2F47-8F74-FC02-9AA2F3A2CE3F}"/>
              </a:ext>
            </a:extLst>
          </p:cNvPr>
          <p:cNvGrpSpPr/>
          <p:nvPr/>
        </p:nvGrpSpPr>
        <p:grpSpPr>
          <a:xfrm>
            <a:off x="3857127" y="22034"/>
            <a:ext cx="1871355" cy="794129"/>
            <a:chOff x="3857127" y="22034"/>
            <a:chExt cx="1871355" cy="794129"/>
          </a:xfrm>
        </p:grpSpPr>
        <p:grpSp>
          <p:nvGrpSpPr>
            <p:cNvPr id="294" name="Graphic 6">
              <a:extLst>
                <a:ext uri="{FF2B5EF4-FFF2-40B4-BE49-F238E27FC236}">
                  <a16:creationId xmlns:a16="http://schemas.microsoft.com/office/drawing/2014/main" id="{664EA88E-0C83-273D-1A9B-C457AB6A4765}"/>
                </a:ext>
              </a:extLst>
            </p:cNvPr>
            <p:cNvGrpSpPr/>
            <p:nvPr/>
          </p:nvGrpSpPr>
          <p:grpSpPr>
            <a:xfrm>
              <a:off x="3857127" y="97665"/>
              <a:ext cx="1707614" cy="567235"/>
              <a:chOff x="3857127" y="97665"/>
              <a:chExt cx="1707614" cy="567235"/>
            </a:xfrm>
            <a:solidFill>
              <a:srgbClr val="D80073"/>
            </a:solidFill>
          </p:grpSpPr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DDF0B699-797C-AAAF-5B11-A6F57A195A3A}"/>
                  </a:ext>
                </a:extLst>
              </p:cNvPr>
              <p:cNvSpPr/>
              <p:nvPr/>
            </p:nvSpPr>
            <p:spPr>
              <a:xfrm>
                <a:off x="3857127" y="97665"/>
                <a:ext cx="1707614" cy="567235"/>
              </a:xfrm>
              <a:prstGeom prst="rect">
                <a:avLst/>
              </a:prstGeom>
              <a:solidFill>
                <a:srgbClr val="D80073"/>
              </a:solidFill>
              <a:ln w="18960" cap="flat">
                <a:noFill/>
                <a:prstDash val="solid"/>
                <a:miter/>
              </a:ln>
            </p:spPr>
          </p:sp>
          <p:pic>
            <p:nvPicPr>
              <p:cNvPr id="296" name="Picture 295">
                <a:extLst>
                  <a:ext uri="{FF2B5EF4-FFF2-40B4-BE49-F238E27FC236}">
                    <a16:creationId xmlns:a16="http://schemas.microsoft.com/office/drawing/2014/main" id="{B188A8F8-7254-7AC7-9AA0-11DD2372D9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95074" y="258382"/>
                <a:ext cx="1669667" cy="321433"/>
              </a:xfrm>
              <a:custGeom>
                <a:avLst/>
                <a:gdLst>
                  <a:gd name="csX0" fmla="*/ 0 w 1669667"/>
                  <a:gd name="csY0" fmla="*/ 0 h 321433"/>
                  <a:gd name="csX1" fmla="*/ 1669667 w 1669667"/>
                  <a:gd name="csY1" fmla="*/ 0 h 321433"/>
                  <a:gd name="csX2" fmla="*/ 1669667 w 1669667"/>
                  <a:gd name="csY2" fmla="*/ 321433 h 321433"/>
                  <a:gd name="csX3" fmla="*/ 0 w 1669667"/>
                  <a:gd name="csY3" fmla="*/ 321433 h 3214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9667" h="321433">
                    <a:moveTo>
                      <a:pt x="0" y="0"/>
                    </a:moveTo>
                    <a:lnTo>
                      <a:pt x="1669667" y="0"/>
                    </a:lnTo>
                    <a:lnTo>
                      <a:pt x="1669667" y="321433"/>
                    </a:lnTo>
                    <a:lnTo>
                      <a:pt x="0" y="321433"/>
                    </a:lnTo>
                    <a:close/>
                  </a:path>
                </a:pathLst>
              </a:custGeom>
            </p:spPr>
          </p:pic>
        </p:grpSp>
        <p:grpSp>
          <p:nvGrpSpPr>
            <p:cNvPr id="297" name="Graphic 6">
              <a:extLst>
                <a:ext uri="{FF2B5EF4-FFF2-40B4-BE49-F238E27FC236}">
                  <a16:creationId xmlns:a16="http://schemas.microsoft.com/office/drawing/2014/main" id="{1EB68DEC-0302-EEE7-42CD-68162B7033CC}"/>
                </a:ext>
              </a:extLst>
            </p:cNvPr>
            <p:cNvGrpSpPr/>
            <p:nvPr/>
          </p:nvGrpSpPr>
          <p:grpSpPr>
            <a:xfrm>
              <a:off x="4590073" y="22034"/>
              <a:ext cx="1138409" cy="794129"/>
              <a:chOff x="4590073" y="22034"/>
              <a:chExt cx="1138409" cy="794129"/>
            </a:xfrm>
            <a:noFill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F13B757F-0190-F817-5057-9606D02BCBD0}"/>
                  </a:ext>
                </a:extLst>
              </p:cNvPr>
              <p:cNvSpPr/>
              <p:nvPr/>
            </p:nvSpPr>
            <p:spPr>
              <a:xfrm>
                <a:off x="4590073" y="97665"/>
                <a:ext cx="1138409" cy="567235"/>
              </a:xfrm>
              <a:prstGeom prst="rect">
                <a:avLst/>
              </a:prstGeom>
              <a:noFill/>
              <a:ln w="18960" cap="flat">
                <a:noFill/>
                <a:prstDash val="solid"/>
                <a:miter/>
              </a:ln>
            </p:spPr>
          </p:sp>
          <p:pic>
            <p:nvPicPr>
              <p:cNvPr id="299" name="Picture 298">
                <a:extLst>
                  <a:ext uri="{FF2B5EF4-FFF2-40B4-BE49-F238E27FC236}">
                    <a16:creationId xmlns:a16="http://schemas.microsoft.com/office/drawing/2014/main" id="{8C748945-C8B2-4164-9CCE-A2B32DBCA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16067" y="22034"/>
                <a:ext cx="1100462" cy="794129"/>
              </a:xfrm>
              <a:custGeom>
                <a:avLst/>
                <a:gdLst>
                  <a:gd name="csX0" fmla="*/ 0 w 1100462"/>
                  <a:gd name="csY0" fmla="*/ 0 h 794129"/>
                  <a:gd name="csX1" fmla="*/ 1100463 w 1100462"/>
                  <a:gd name="csY1" fmla="*/ 0 h 794129"/>
                  <a:gd name="csX2" fmla="*/ 1100463 w 1100462"/>
                  <a:gd name="csY2" fmla="*/ 794129 h 794129"/>
                  <a:gd name="csX3" fmla="*/ 0 w 1100462"/>
                  <a:gd name="csY3" fmla="*/ 794129 h 794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00462" h="794129">
                    <a:moveTo>
                      <a:pt x="0" y="0"/>
                    </a:moveTo>
                    <a:lnTo>
                      <a:pt x="1100463" y="0"/>
                    </a:lnTo>
                    <a:lnTo>
                      <a:pt x="1100463" y="794129"/>
                    </a:lnTo>
                    <a:lnTo>
                      <a:pt x="0" y="79412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00" name="Graphic 6">
            <a:extLst>
              <a:ext uri="{FF2B5EF4-FFF2-40B4-BE49-F238E27FC236}">
                <a16:creationId xmlns:a16="http://schemas.microsoft.com/office/drawing/2014/main" id="{B325498A-79A9-CCF5-6CA9-69F128524FD7}"/>
              </a:ext>
            </a:extLst>
          </p:cNvPr>
          <p:cNvGrpSpPr/>
          <p:nvPr/>
        </p:nvGrpSpPr>
        <p:grpSpPr>
          <a:xfrm>
            <a:off x="3231002" y="500402"/>
            <a:ext cx="528981" cy="132354"/>
            <a:chOff x="3231002" y="500402"/>
            <a:chExt cx="528981" cy="132354"/>
          </a:xfrm>
        </p:grpSpPr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1AC07828-BD10-8DE2-FCBF-4D2B16A663C7}"/>
                </a:ext>
              </a:extLst>
            </p:cNvPr>
            <p:cNvSpPr/>
            <p:nvPr/>
          </p:nvSpPr>
          <p:spPr>
            <a:xfrm>
              <a:off x="3231002" y="566579"/>
              <a:ext cx="429370" cy="18907"/>
            </a:xfrm>
            <a:custGeom>
              <a:avLst/>
              <a:gdLst>
                <a:gd name="csX0" fmla="*/ 0 w 429370"/>
                <a:gd name="csY0" fmla="*/ 0 h 18907"/>
                <a:gd name="csX1" fmla="*/ 429370 w 429370"/>
                <a:gd name="csY1" fmla="*/ 0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9370" h="18907">
                  <a:moveTo>
                    <a:pt x="0" y="0"/>
                  </a:moveTo>
                  <a:lnTo>
                    <a:pt x="429370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503A2948-FF63-CC35-0133-E3DBAF0975A7}"/>
                </a:ext>
              </a:extLst>
            </p:cNvPr>
            <p:cNvSpPr/>
            <p:nvPr/>
          </p:nvSpPr>
          <p:spPr>
            <a:xfrm>
              <a:off x="3627168" y="500402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303" name="Graphic 6">
            <a:extLst>
              <a:ext uri="{FF2B5EF4-FFF2-40B4-BE49-F238E27FC236}">
                <a16:creationId xmlns:a16="http://schemas.microsoft.com/office/drawing/2014/main" id="{04FD9F1F-183A-031B-2C6C-F44602DEF794}"/>
              </a:ext>
            </a:extLst>
          </p:cNvPr>
          <p:cNvGrpSpPr/>
          <p:nvPr/>
        </p:nvGrpSpPr>
        <p:grpSpPr>
          <a:xfrm>
            <a:off x="4662931" y="721624"/>
            <a:ext cx="132814" cy="401224"/>
            <a:chOff x="4662931" y="721624"/>
            <a:chExt cx="132814" cy="401224"/>
          </a:xfrm>
        </p:grpSpPr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1249190D-3133-D4B9-08FE-270677E994C6}"/>
                </a:ext>
              </a:extLst>
            </p:cNvPr>
            <p:cNvSpPr/>
            <p:nvPr/>
          </p:nvSpPr>
          <p:spPr>
            <a:xfrm>
              <a:off x="4729338" y="721624"/>
              <a:ext cx="569" cy="301958"/>
            </a:xfrm>
            <a:custGeom>
              <a:avLst/>
              <a:gdLst>
                <a:gd name="csX0" fmla="*/ 569 w 569"/>
                <a:gd name="csY0" fmla="*/ 0 h 301958"/>
                <a:gd name="csX1" fmla="*/ 0 w 569"/>
                <a:gd name="csY1" fmla="*/ 301958 h 301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69" h="301958">
                  <a:moveTo>
                    <a:pt x="569" y="0"/>
                  </a:moveTo>
                  <a:lnTo>
                    <a:pt x="0" y="301958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79FEE53C-53E7-4C33-813F-93E811B68827}"/>
                </a:ext>
              </a:extLst>
            </p:cNvPr>
            <p:cNvSpPr/>
            <p:nvPr/>
          </p:nvSpPr>
          <p:spPr>
            <a:xfrm>
              <a:off x="4662931" y="990304"/>
              <a:ext cx="132814" cy="132544"/>
            </a:xfrm>
            <a:custGeom>
              <a:avLst/>
              <a:gdLst>
                <a:gd name="csX0" fmla="*/ 66218 w 132814"/>
                <a:gd name="csY0" fmla="*/ 132544 h 132544"/>
                <a:gd name="csX1" fmla="*/ 0 w 132814"/>
                <a:gd name="csY1" fmla="*/ 0 h 132544"/>
                <a:gd name="csX2" fmla="*/ 66407 w 132814"/>
                <a:gd name="csY2" fmla="*/ 33278 h 132544"/>
                <a:gd name="csX3" fmla="*/ 132814 w 132814"/>
                <a:gd name="csY3" fmla="*/ 378 h 1325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544">
                  <a:moveTo>
                    <a:pt x="66218" y="132544"/>
                  </a:moveTo>
                  <a:lnTo>
                    <a:pt x="0" y="0"/>
                  </a:lnTo>
                  <a:lnTo>
                    <a:pt x="66407" y="33278"/>
                  </a:lnTo>
                  <a:lnTo>
                    <a:pt x="132814" y="378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306" name="Graphic 6">
            <a:extLst>
              <a:ext uri="{FF2B5EF4-FFF2-40B4-BE49-F238E27FC236}">
                <a16:creationId xmlns:a16="http://schemas.microsoft.com/office/drawing/2014/main" id="{CD48BA6E-E905-F79E-C733-0981588D5966}"/>
              </a:ext>
            </a:extLst>
          </p:cNvPr>
          <p:cNvGrpSpPr/>
          <p:nvPr/>
        </p:nvGrpSpPr>
        <p:grpSpPr>
          <a:xfrm>
            <a:off x="5746128" y="877613"/>
            <a:ext cx="968976" cy="657047"/>
            <a:chOff x="5746128" y="877613"/>
            <a:chExt cx="968976" cy="657047"/>
          </a:xfrm>
        </p:grpSpPr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907EB91E-5A83-5EBB-F72D-B29F7D403916}"/>
                </a:ext>
              </a:extLst>
            </p:cNvPr>
            <p:cNvSpPr/>
            <p:nvPr/>
          </p:nvSpPr>
          <p:spPr>
            <a:xfrm>
              <a:off x="5845739" y="877613"/>
              <a:ext cx="869365" cy="590870"/>
            </a:xfrm>
            <a:custGeom>
              <a:avLst/>
              <a:gdLst>
                <a:gd name="csX0" fmla="*/ 869366 w 869365"/>
                <a:gd name="csY0" fmla="*/ 0 h 590870"/>
                <a:gd name="csX1" fmla="*/ 0 w 869365"/>
                <a:gd name="csY1" fmla="*/ 590870 h 590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69365" h="590870">
                  <a:moveTo>
                    <a:pt x="869366" y="0"/>
                  </a:moveTo>
                  <a:cubicBezTo>
                    <a:pt x="868860" y="394039"/>
                    <a:pt x="579071" y="590996"/>
                    <a:pt x="0" y="590870"/>
                  </a:cubicBez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AA680AF8-7685-8F4D-37AB-849224863FE9}"/>
                </a:ext>
              </a:extLst>
            </p:cNvPr>
            <p:cNvSpPr/>
            <p:nvPr/>
          </p:nvSpPr>
          <p:spPr>
            <a:xfrm>
              <a:off x="5746128" y="1402306"/>
              <a:ext cx="132814" cy="132354"/>
            </a:xfrm>
            <a:custGeom>
              <a:avLst/>
              <a:gdLst>
                <a:gd name="csX0" fmla="*/ 0 w 132814"/>
                <a:gd name="csY0" fmla="*/ 66177 h 132354"/>
                <a:gd name="csX1" fmla="*/ 132814 w 132814"/>
                <a:gd name="csY1" fmla="*/ 0 h 132354"/>
                <a:gd name="csX2" fmla="*/ 99611 w 132814"/>
                <a:gd name="csY2" fmla="*/ 66177 h 132354"/>
                <a:gd name="csX3" fmla="*/ 132814 w 132814"/>
                <a:gd name="csY3" fmla="*/ 132355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0" y="66177"/>
                  </a:moveTo>
                  <a:lnTo>
                    <a:pt x="132814" y="0"/>
                  </a:lnTo>
                  <a:lnTo>
                    <a:pt x="99611" y="66177"/>
                  </a:lnTo>
                  <a:lnTo>
                    <a:pt x="132814" y="132355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pic>
        <p:nvPicPr>
          <p:cNvPr id="309" name="Picture 308">
            <a:extLst>
              <a:ext uri="{FF2B5EF4-FFF2-40B4-BE49-F238E27FC236}">
                <a16:creationId xmlns:a16="http://schemas.microsoft.com/office/drawing/2014/main" id="{581EE417-2A2A-3EA8-2781-E0A6E1E984BE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323681" y="97665"/>
            <a:ext cx="782656" cy="779948"/>
          </a:xfrm>
          <a:custGeom>
            <a:avLst/>
            <a:gdLst>
              <a:gd name="csX0" fmla="*/ 0 w 782656"/>
              <a:gd name="csY0" fmla="*/ 0 h 779948"/>
              <a:gd name="csX1" fmla="*/ 782657 w 782656"/>
              <a:gd name="csY1" fmla="*/ 0 h 779948"/>
              <a:gd name="csX2" fmla="*/ 782657 w 782656"/>
              <a:gd name="csY2" fmla="*/ 779948 h 779948"/>
              <a:gd name="csX3" fmla="*/ 0 w 782656"/>
              <a:gd name="csY3" fmla="*/ 779948 h 779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82656" h="779948">
                <a:moveTo>
                  <a:pt x="0" y="0"/>
                </a:moveTo>
                <a:lnTo>
                  <a:pt x="782657" y="0"/>
                </a:lnTo>
                <a:lnTo>
                  <a:pt x="782657" y="779948"/>
                </a:lnTo>
                <a:lnTo>
                  <a:pt x="0" y="779948"/>
                </a:lnTo>
                <a:close/>
              </a:path>
            </a:pathLst>
          </a:custGeom>
        </p:spPr>
      </p:pic>
      <p:grpSp>
        <p:nvGrpSpPr>
          <p:cNvPr id="310" name="Graphic 6">
            <a:extLst>
              <a:ext uri="{FF2B5EF4-FFF2-40B4-BE49-F238E27FC236}">
                <a16:creationId xmlns:a16="http://schemas.microsoft.com/office/drawing/2014/main" id="{ACE63972-05C8-8AFD-BB8A-FBCF2C70326B}"/>
              </a:ext>
            </a:extLst>
          </p:cNvPr>
          <p:cNvGrpSpPr/>
          <p:nvPr/>
        </p:nvGrpSpPr>
        <p:grpSpPr>
          <a:xfrm>
            <a:off x="5603635" y="421367"/>
            <a:ext cx="698795" cy="757826"/>
            <a:chOff x="5603635" y="421367"/>
            <a:chExt cx="698795" cy="757826"/>
          </a:xfrm>
        </p:grpSpPr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8DA766F2-4C9E-2CD3-4D27-C8C355AAADE1}"/>
                </a:ext>
              </a:extLst>
            </p:cNvPr>
            <p:cNvSpPr/>
            <p:nvPr/>
          </p:nvSpPr>
          <p:spPr>
            <a:xfrm>
              <a:off x="5603635" y="487545"/>
              <a:ext cx="599184" cy="691648"/>
            </a:xfrm>
            <a:custGeom>
              <a:avLst/>
              <a:gdLst>
                <a:gd name="csX0" fmla="*/ 1 w 599184"/>
                <a:gd name="csY0" fmla="*/ 691649 h 691648"/>
                <a:gd name="csX1" fmla="*/ 599185 w 599184"/>
                <a:gd name="csY1" fmla="*/ 0 h 6916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99184" h="691648">
                  <a:moveTo>
                    <a:pt x="1" y="691649"/>
                  </a:moveTo>
                  <a:cubicBezTo>
                    <a:pt x="-631" y="230424"/>
                    <a:pt x="199097" y="-126"/>
                    <a:pt x="599185" y="0"/>
                  </a:cubicBez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CA12CB59-5D15-9B5A-CBE1-4834E065F03A}"/>
                </a:ext>
              </a:extLst>
            </p:cNvPr>
            <p:cNvSpPr/>
            <p:nvPr/>
          </p:nvSpPr>
          <p:spPr>
            <a:xfrm>
              <a:off x="6169616" y="421367"/>
              <a:ext cx="132814" cy="132354"/>
            </a:xfrm>
            <a:custGeom>
              <a:avLst/>
              <a:gdLst>
                <a:gd name="csX0" fmla="*/ 132814 w 132814"/>
                <a:gd name="csY0" fmla="*/ 66177 h 132354"/>
                <a:gd name="csX1" fmla="*/ 0 w 132814"/>
                <a:gd name="csY1" fmla="*/ 132355 h 132354"/>
                <a:gd name="csX2" fmla="*/ 33204 w 132814"/>
                <a:gd name="csY2" fmla="*/ 66177 h 132354"/>
                <a:gd name="csX3" fmla="*/ 0 w 132814"/>
                <a:gd name="csY3" fmla="*/ 0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132814" y="66177"/>
                  </a:moveTo>
                  <a:lnTo>
                    <a:pt x="0" y="132355"/>
                  </a:lnTo>
                  <a:lnTo>
                    <a:pt x="33204" y="66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pic>
        <p:nvPicPr>
          <p:cNvPr id="313" name="Picture 312">
            <a:extLst>
              <a:ext uri="{FF2B5EF4-FFF2-40B4-BE49-F238E27FC236}">
                <a16:creationId xmlns:a16="http://schemas.microsoft.com/office/drawing/2014/main" id="{0E77D6AC-F9AD-79AC-9968-468151DD1956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700000">
            <a:off x="5575452" y="738743"/>
            <a:ext cx="1062515" cy="543600"/>
          </a:xfrm>
          <a:custGeom>
            <a:avLst/>
            <a:gdLst>
              <a:gd name="csX0" fmla="*/ -1 w 1062515"/>
              <a:gd name="csY0" fmla="*/ -1 h 543600"/>
              <a:gd name="csX1" fmla="*/ 1062514 w 1062515"/>
              <a:gd name="csY1" fmla="*/ -1 h 543600"/>
              <a:gd name="csX2" fmla="*/ 1062514 w 1062515"/>
              <a:gd name="csY2" fmla="*/ 543600 h 543600"/>
              <a:gd name="csX3" fmla="*/ -1 w 1062515"/>
              <a:gd name="csY3" fmla="*/ 543600 h 54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2515" h="543600">
                <a:moveTo>
                  <a:pt x="-1" y="-1"/>
                </a:moveTo>
                <a:lnTo>
                  <a:pt x="1062514" y="-1"/>
                </a:lnTo>
                <a:lnTo>
                  <a:pt x="1062514" y="543600"/>
                </a:lnTo>
                <a:lnTo>
                  <a:pt x="-1" y="543600"/>
                </a:lnTo>
                <a:close/>
              </a:path>
            </a:pathLst>
          </a:custGeom>
        </p:spPr>
      </p:pic>
      <p:grpSp>
        <p:nvGrpSpPr>
          <p:cNvPr id="314" name="Graphic 6">
            <a:extLst>
              <a:ext uri="{FF2B5EF4-FFF2-40B4-BE49-F238E27FC236}">
                <a16:creationId xmlns:a16="http://schemas.microsoft.com/office/drawing/2014/main" id="{0E0775AF-802F-C067-FA28-A30BB9D23E43}"/>
              </a:ext>
            </a:extLst>
          </p:cNvPr>
          <p:cNvGrpSpPr/>
          <p:nvPr/>
        </p:nvGrpSpPr>
        <p:grpSpPr>
          <a:xfrm>
            <a:off x="3325869" y="1336128"/>
            <a:ext cx="493310" cy="132354"/>
            <a:chOff x="3325869" y="1336128"/>
            <a:chExt cx="493310" cy="132354"/>
          </a:xfrm>
        </p:grpSpPr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5CC1CAFF-BCB5-1C1B-EB3C-7C72EE7878D1}"/>
                </a:ext>
              </a:extLst>
            </p:cNvPr>
            <p:cNvSpPr/>
            <p:nvPr/>
          </p:nvSpPr>
          <p:spPr>
            <a:xfrm>
              <a:off x="3425480" y="1402306"/>
              <a:ext cx="393699" cy="189"/>
            </a:xfrm>
            <a:custGeom>
              <a:avLst/>
              <a:gdLst>
                <a:gd name="csX0" fmla="*/ 393700 w 393699"/>
                <a:gd name="csY0" fmla="*/ 189 h 189"/>
                <a:gd name="csX1" fmla="*/ 0 w 393699"/>
                <a:gd name="csY1" fmla="*/ 0 h 1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93699" h="189">
                  <a:moveTo>
                    <a:pt x="393700" y="189"/>
                  </a:moveTo>
                  <a:lnTo>
                    <a:pt x="0" y="0"/>
                  </a:lnTo>
                </a:path>
              </a:pathLst>
            </a:custGeom>
            <a:noFill/>
            <a:ln w="18960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FF878DFE-3CB4-A155-A08B-EB049D638EDB}"/>
                </a:ext>
              </a:extLst>
            </p:cNvPr>
            <p:cNvSpPr/>
            <p:nvPr/>
          </p:nvSpPr>
          <p:spPr>
            <a:xfrm>
              <a:off x="3325869" y="1336128"/>
              <a:ext cx="132814" cy="132354"/>
            </a:xfrm>
            <a:custGeom>
              <a:avLst/>
              <a:gdLst>
                <a:gd name="csX0" fmla="*/ 0 w 132814"/>
                <a:gd name="csY0" fmla="*/ 66177 h 132354"/>
                <a:gd name="csX1" fmla="*/ 132814 w 132814"/>
                <a:gd name="csY1" fmla="*/ 0 h 132354"/>
                <a:gd name="csX2" fmla="*/ 99611 w 132814"/>
                <a:gd name="csY2" fmla="*/ 66177 h 132354"/>
                <a:gd name="csX3" fmla="*/ 132814 w 132814"/>
                <a:gd name="csY3" fmla="*/ 132355 h 132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132354">
                  <a:moveTo>
                    <a:pt x="0" y="66177"/>
                  </a:moveTo>
                  <a:lnTo>
                    <a:pt x="132814" y="0"/>
                  </a:lnTo>
                  <a:lnTo>
                    <a:pt x="99611" y="66177"/>
                  </a:lnTo>
                  <a:lnTo>
                    <a:pt x="132814" y="132355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317" name="Graphic 6">
            <a:extLst>
              <a:ext uri="{FF2B5EF4-FFF2-40B4-BE49-F238E27FC236}">
                <a16:creationId xmlns:a16="http://schemas.microsoft.com/office/drawing/2014/main" id="{6D56C614-E84E-5590-4313-77B276693BD7}"/>
              </a:ext>
            </a:extLst>
          </p:cNvPr>
          <p:cNvGrpSpPr/>
          <p:nvPr/>
        </p:nvGrpSpPr>
        <p:grpSpPr>
          <a:xfrm>
            <a:off x="233189" y="2089795"/>
            <a:ext cx="332985" cy="407841"/>
            <a:chOff x="233189" y="2089795"/>
            <a:chExt cx="332985" cy="407841"/>
          </a:xfrm>
        </p:grpSpPr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521CD8DD-CB1A-42DD-E6D1-0713AFFC64D9}"/>
                </a:ext>
              </a:extLst>
            </p:cNvPr>
            <p:cNvSpPr/>
            <p:nvPr/>
          </p:nvSpPr>
          <p:spPr>
            <a:xfrm>
              <a:off x="233189" y="2089795"/>
              <a:ext cx="233374" cy="363598"/>
            </a:xfrm>
            <a:custGeom>
              <a:avLst/>
              <a:gdLst>
                <a:gd name="csX0" fmla="*/ 1 w 233374"/>
                <a:gd name="csY0" fmla="*/ 0 h 363598"/>
                <a:gd name="csX1" fmla="*/ 233375 w 233374"/>
                <a:gd name="csY1" fmla="*/ 363598 h 3635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3374" h="363598">
                  <a:moveTo>
                    <a:pt x="1" y="0"/>
                  </a:moveTo>
                  <a:cubicBezTo>
                    <a:pt x="-252" y="242651"/>
                    <a:pt x="77539" y="363850"/>
                    <a:pt x="233375" y="363598"/>
                  </a:cubicBezTo>
                </a:path>
              </a:pathLst>
            </a:custGeom>
            <a:noFill/>
            <a:ln w="18960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9EC18A6C-088C-D166-B77F-201897BDC10A}"/>
                </a:ext>
              </a:extLst>
            </p:cNvPr>
            <p:cNvSpPr/>
            <p:nvPr/>
          </p:nvSpPr>
          <p:spPr>
            <a:xfrm>
              <a:off x="433360" y="2409338"/>
              <a:ext cx="132814" cy="88299"/>
            </a:xfrm>
            <a:custGeom>
              <a:avLst/>
              <a:gdLst>
                <a:gd name="csX0" fmla="*/ 132814 w 132814"/>
                <a:gd name="csY0" fmla="*/ 43866 h 88299"/>
                <a:gd name="csX1" fmla="*/ 190 w 132814"/>
                <a:gd name="csY1" fmla="*/ 88299 h 88299"/>
                <a:gd name="csX2" fmla="*/ 33204 w 132814"/>
                <a:gd name="csY2" fmla="*/ 44055 h 88299"/>
                <a:gd name="csX3" fmla="*/ 0 w 132814"/>
                <a:gd name="csY3" fmla="*/ 0 h 8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2814" h="88299">
                  <a:moveTo>
                    <a:pt x="132814" y="43866"/>
                  </a:moveTo>
                  <a:lnTo>
                    <a:pt x="190" y="88299"/>
                  </a:lnTo>
                  <a:lnTo>
                    <a:pt x="33204" y="44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8960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320" name="Graphic 6">
            <a:extLst>
              <a:ext uri="{FF2B5EF4-FFF2-40B4-BE49-F238E27FC236}">
                <a16:creationId xmlns:a16="http://schemas.microsoft.com/office/drawing/2014/main" id="{AB025334-10A6-726F-2C71-6881CB1A0FDC}"/>
              </a:ext>
            </a:extLst>
          </p:cNvPr>
          <p:cNvGrpSpPr/>
          <p:nvPr/>
        </p:nvGrpSpPr>
        <p:grpSpPr>
          <a:xfrm>
            <a:off x="3363816" y="211112"/>
            <a:ext cx="189734" cy="387610"/>
            <a:chOff x="3363816" y="211112"/>
            <a:chExt cx="189734" cy="387610"/>
          </a:xfrm>
          <a:noFill/>
        </p:grpSpPr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79263670-6891-F806-AFCB-75B519C3D117}"/>
                </a:ext>
              </a:extLst>
            </p:cNvPr>
            <p:cNvSpPr/>
            <p:nvPr/>
          </p:nvSpPr>
          <p:spPr>
            <a:xfrm>
              <a:off x="3363816" y="211112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322" name="Picture 321">
              <a:extLst>
                <a:ext uri="{FF2B5EF4-FFF2-40B4-BE49-F238E27FC236}">
                  <a16:creationId xmlns:a16="http://schemas.microsoft.com/office/drawing/2014/main" id="{83ED61F7-DBCF-D109-7E57-FA80ED01C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3382790" y="277289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323" name="Graphic 6">
            <a:extLst>
              <a:ext uri="{FF2B5EF4-FFF2-40B4-BE49-F238E27FC236}">
                <a16:creationId xmlns:a16="http://schemas.microsoft.com/office/drawing/2014/main" id="{BEDF0867-8CFF-46B6-7074-0ACE0A82CC70}"/>
              </a:ext>
            </a:extLst>
          </p:cNvPr>
          <p:cNvGrpSpPr/>
          <p:nvPr/>
        </p:nvGrpSpPr>
        <p:grpSpPr>
          <a:xfrm>
            <a:off x="4405840" y="718598"/>
            <a:ext cx="189734" cy="390635"/>
            <a:chOff x="4405840" y="718598"/>
            <a:chExt cx="189734" cy="390635"/>
          </a:xfrm>
          <a:noFill/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8BA37464-D01D-05A3-31E7-0DC547B071A6}"/>
                </a:ext>
              </a:extLst>
            </p:cNvPr>
            <p:cNvSpPr/>
            <p:nvPr/>
          </p:nvSpPr>
          <p:spPr>
            <a:xfrm>
              <a:off x="4405840" y="718598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325" name="Picture 324">
              <a:extLst>
                <a:ext uri="{FF2B5EF4-FFF2-40B4-BE49-F238E27FC236}">
                  <a16:creationId xmlns:a16="http://schemas.microsoft.com/office/drawing/2014/main" id="{C2C2BD55-EA79-2D4C-B130-2BB731229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4426332" y="787801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326" name="Graphic 6">
            <a:extLst>
              <a:ext uri="{FF2B5EF4-FFF2-40B4-BE49-F238E27FC236}">
                <a16:creationId xmlns:a16="http://schemas.microsoft.com/office/drawing/2014/main" id="{7E4F5FF6-F83B-55E5-244A-54947BDA2FD8}"/>
              </a:ext>
            </a:extLst>
          </p:cNvPr>
          <p:cNvGrpSpPr/>
          <p:nvPr/>
        </p:nvGrpSpPr>
        <p:grpSpPr>
          <a:xfrm>
            <a:off x="3553551" y="1002972"/>
            <a:ext cx="189734" cy="389879"/>
            <a:chOff x="3553551" y="1002972"/>
            <a:chExt cx="189734" cy="389879"/>
          </a:xfrm>
          <a:noFill/>
        </p:grpSpPr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63AE0140-10E8-87C9-E847-3DB327965ECA}"/>
                </a:ext>
              </a:extLst>
            </p:cNvPr>
            <p:cNvSpPr/>
            <p:nvPr/>
          </p:nvSpPr>
          <p:spPr>
            <a:xfrm>
              <a:off x="3553551" y="1002972"/>
              <a:ext cx="189734" cy="378156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328" name="Picture 327">
              <a:extLst>
                <a:ext uri="{FF2B5EF4-FFF2-40B4-BE49-F238E27FC236}">
                  <a16:creationId xmlns:a16="http://schemas.microsoft.com/office/drawing/2014/main" id="{C0DF795F-7664-3BA4-B20C-E9C4707A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3572525" y="1071419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grpSp>
        <p:nvGrpSpPr>
          <p:cNvPr id="329" name="Graphic 6">
            <a:extLst>
              <a:ext uri="{FF2B5EF4-FFF2-40B4-BE49-F238E27FC236}">
                <a16:creationId xmlns:a16="http://schemas.microsoft.com/office/drawing/2014/main" id="{FF6EEA93-DB46-E8E6-F195-DF711BD95F2C}"/>
              </a:ext>
            </a:extLst>
          </p:cNvPr>
          <p:cNvGrpSpPr/>
          <p:nvPr/>
        </p:nvGrpSpPr>
        <p:grpSpPr>
          <a:xfrm>
            <a:off x="601174" y="1840512"/>
            <a:ext cx="1237275" cy="807897"/>
            <a:chOff x="601174" y="1840512"/>
            <a:chExt cx="1237275" cy="807897"/>
          </a:xfrm>
          <a:noFill/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B160711E-2F1B-54DF-0DFA-59C18BF6831B}"/>
                </a:ext>
              </a:extLst>
            </p:cNvPr>
            <p:cNvSpPr/>
            <p:nvPr/>
          </p:nvSpPr>
          <p:spPr>
            <a:xfrm rot="-780000">
              <a:off x="650607" y="1960843"/>
              <a:ext cx="1138409" cy="567235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331" name="Picture 330">
              <a:extLst>
                <a:ext uri="{FF2B5EF4-FFF2-40B4-BE49-F238E27FC236}">
                  <a16:creationId xmlns:a16="http://schemas.microsoft.com/office/drawing/2014/main" id="{55D43EE2-2DC2-D3E9-D401-7ADC58092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 rot="-780000">
              <a:off x="680060" y="2129048"/>
              <a:ext cx="1100462" cy="321433"/>
            </a:xfrm>
            <a:custGeom>
              <a:avLst/>
              <a:gdLst>
                <a:gd name="csX0" fmla="*/ 1 w 1100462"/>
                <a:gd name="csY0" fmla="*/ 0 h 321433"/>
                <a:gd name="csX1" fmla="*/ 1100463 w 1100462"/>
                <a:gd name="csY1" fmla="*/ 0 h 321433"/>
                <a:gd name="csX2" fmla="*/ 1100463 w 1100462"/>
                <a:gd name="csY2" fmla="*/ 321433 h 321433"/>
                <a:gd name="csX3" fmla="*/ 1 w 1100462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00462" h="321433">
                  <a:moveTo>
                    <a:pt x="1" y="0"/>
                  </a:moveTo>
                  <a:lnTo>
                    <a:pt x="1100463" y="0"/>
                  </a:lnTo>
                  <a:lnTo>
                    <a:pt x="1100463" y="321433"/>
                  </a:lnTo>
                  <a:lnTo>
                    <a:pt x="1" y="321433"/>
                  </a:lnTo>
                  <a:close/>
                </a:path>
              </a:pathLst>
            </a:custGeom>
          </p:spPr>
        </p:pic>
      </p:grpSp>
      <p:grpSp>
        <p:nvGrpSpPr>
          <p:cNvPr id="332" name="Graphic 6">
            <a:extLst>
              <a:ext uri="{FF2B5EF4-FFF2-40B4-BE49-F238E27FC236}">
                <a16:creationId xmlns:a16="http://schemas.microsoft.com/office/drawing/2014/main" id="{EEF23788-C863-5DD0-2A49-6C2B35BD7C01}"/>
              </a:ext>
            </a:extLst>
          </p:cNvPr>
          <p:cNvGrpSpPr/>
          <p:nvPr/>
        </p:nvGrpSpPr>
        <p:grpSpPr>
          <a:xfrm>
            <a:off x="2132437" y="749985"/>
            <a:ext cx="189734" cy="359248"/>
            <a:chOff x="2132437" y="749985"/>
            <a:chExt cx="189734" cy="359248"/>
          </a:xfrm>
          <a:noFill/>
        </p:grpSpPr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CA8A6B06-1C1B-E7CB-4DA3-9B7E71472C2E}"/>
                </a:ext>
              </a:extLst>
            </p:cNvPr>
            <p:cNvSpPr/>
            <p:nvPr/>
          </p:nvSpPr>
          <p:spPr>
            <a:xfrm>
              <a:off x="2132437" y="749985"/>
              <a:ext cx="189734" cy="321433"/>
            </a:xfrm>
            <a:prstGeom prst="rect">
              <a:avLst/>
            </a:prstGeom>
            <a:noFill/>
            <a:ln w="18960" cap="flat">
              <a:noFill/>
              <a:prstDash val="solid"/>
              <a:miter/>
            </a:ln>
          </p:spPr>
        </p:sp>
        <p:pic>
          <p:nvPicPr>
            <p:cNvPr id="334" name="Picture 333">
              <a:extLst>
                <a:ext uri="{FF2B5EF4-FFF2-40B4-BE49-F238E27FC236}">
                  <a16:creationId xmlns:a16="http://schemas.microsoft.com/office/drawing/2014/main" id="{AA9CCEA8-496D-7E90-610B-7EBA183E1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2149513" y="787801"/>
              <a:ext cx="151787" cy="321433"/>
            </a:xfrm>
            <a:custGeom>
              <a:avLst/>
              <a:gdLst>
                <a:gd name="csX0" fmla="*/ 0 w 151787"/>
                <a:gd name="csY0" fmla="*/ 0 h 321433"/>
                <a:gd name="csX1" fmla="*/ 151788 w 151787"/>
                <a:gd name="csY1" fmla="*/ 0 h 321433"/>
                <a:gd name="csX2" fmla="*/ 151788 w 151787"/>
                <a:gd name="csY2" fmla="*/ 321433 h 321433"/>
                <a:gd name="csX3" fmla="*/ 0 w 151787"/>
                <a:gd name="csY3" fmla="*/ 321433 h 321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1787" h="321433">
                  <a:moveTo>
                    <a:pt x="0" y="0"/>
                  </a:moveTo>
                  <a:lnTo>
                    <a:pt x="151788" y="0"/>
                  </a:lnTo>
                  <a:lnTo>
                    <a:pt x="151788" y="321433"/>
                  </a:lnTo>
                  <a:lnTo>
                    <a:pt x="0" y="321433"/>
                  </a:lnTo>
                  <a:close/>
                </a:path>
              </a:pathLst>
            </a:custGeom>
          </p:spPr>
        </p:pic>
      </p:grpSp>
      <p:sp>
        <p:nvSpPr>
          <p:cNvPr id="335" name="TextBox 334">
            <a:extLst>
              <a:ext uri="{FF2B5EF4-FFF2-40B4-BE49-F238E27FC236}">
                <a16:creationId xmlns:a16="http://schemas.microsoft.com/office/drawing/2014/main" id="{8987569A-65D1-02D5-1CC2-4E08A70C97DF}"/>
              </a:ext>
            </a:extLst>
          </p:cNvPr>
          <p:cNvSpPr txBox="1"/>
          <p:nvPr/>
        </p:nvSpPr>
        <p:spPr>
          <a:xfrm>
            <a:off x="11321413" y="3277807"/>
            <a:ext cx="724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Judge</a:t>
            </a:r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3C90A569-3FC2-F4AC-08D0-C14266196F6B}"/>
              </a:ext>
            </a:extLst>
          </p:cNvPr>
          <p:cNvSpPr/>
          <p:nvPr/>
        </p:nvSpPr>
        <p:spPr>
          <a:xfrm>
            <a:off x="11845255" y="478091"/>
            <a:ext cx="200715" cy="310474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952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000"/>
    </mc:Choice>
    <mc:Fallback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nodeType="click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" grpId="0"/>
      <p:bldP spid="33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Ishmam</dc:creator>
  <cp:lastModifiedBy>Farhan Ishmam</cp:lastModifiedBy>
  <cp:revision>7</cp:revision>
  <dcterms:created xsi:type="dcterms:W3CDTF">2026-03-07T16:22:48Z</dcterms:created>
  <dcterms:modified xsi:type="dcterms:W3CDTF">2026-03-07T17:48:40Z</dcterms:modified>
</cp:coreProperties>
</file>