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340" r:id="rId2"/>
    <p:sldId id="343" r:id="rId3"/>
    <p:sldId id="344" r:id="rId4"/>
    <p:sldId id="345" r:id="rId5"/>
    <p:sldId id="346" r:id="rId6"/>
    <p:sldId id="34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2"/>
    <p:restoredTop sz="96949"/>
  </p:normalViewPr>
  <p:slideViewPr>
    <p:cSldViewPr snapToGrid="0">
      <p:cViewPr>
        <p:scale>
          <a:sx n="128" d="100"/>
          <a:sy n="128" d="100"/>
        </p:scale>
        <p:origin x="1920"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9EFCAD-F028-D545-92D5-2EAB9DFFF150}" type="datetimeFigureOut">
              <a:rPr lang="en-US" smtClean="0"/>
              <a:t>3/8/26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CB407A-C754-474E-B019-D2193F9E080A}" type="slidenum">
              <a:rPr lang="en-US" smtClean="0"/>
              <a:t>‹#›</a:t>
            </a:fld>
            <a:endParaRPr lang="en-US"/>
          </a:p>
        </p:txBody>
      </p:sp>
    </p:spTree>
    <p:extLst>
      <p:ext uri="{BB962C8B-B14F-4D97-AF65-F5344CB8AC3E}">
        <p14:creationId xmlns:p14="http://schemas.microsoft.com/office/powerpoint/2010/main" val="3832499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CB407A-C754-474E-B019-D2193F9E080A}" type="slidenum">
              <a:rPr lang="en-US" smtClean="0"/>
              <a:t>1</a:t>
            </a:fld>
            <a:endParaRPr lang="en-US"/>
          </a:p>
        </p:txBody>
      </p:sp>
    </p:spTree>
    <p:extLst>
      <p:ext uri="{BB962C8B-B14F-4D97-AF65-F5344CB8AC3E}">
        <p14:creationId xmlns:p14="http://schemas.microsoft.com/office/powerpoint/2010/main" val="217020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9A01-FD73-F207-4E01-1DB4E5739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6FB66-9D1D-F217-11DE-C06EDF370F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DAFE8-578D-FB12-D002-A70C3DDA05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6D5948-107E-3AC7-A426-79C02FED050F}"/>
              </a:ext>
            </a:extLst>
          </p:cNvPr>
          <p:cNvSpPr>
            <a:spLocks noGrp="1"/>
          </p:cNvSpPr>
          <p:nvPr>
            <p:ph type="sldNum" sz="quarter" idx="5"/>
          </p:nvPr>
        </p:nvSpPr>
        <p:spPr/>
        <p:txBody>
          <a:bodyPr/>
          <a:lstStyle/>
          <a:p>
            <a:fld id="{5ECB407A-C754-474E-B019-D2193F9E080A}" type="slidenum">
              <a:rPr lang="en-US" smtClean="0"/>
              <a:t>3</a:t>
            </a:fld>
            <a:endParaRPr lang="en-US"/>
          </a:p>
        </p:txBody>
      </p:sp>
    </p:spTree>
    <p:extLst>
      <p:ext uri="{BB962C8B-B14F-4D97-AF65-F5344CB8AC3E}">
        <p14:creationId xmlns:p14="http://schemas.microsoft.com/office/powerpoint/2010/main" val="3283011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866B3-1367-1ED0-223E-1F0081078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58CDC-DFA5-375B-7FC0-75597C68F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6BAAE-44FA-C735-4B48-E341213F4C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0510BB-0D34-7573-FEC3-14EE0DA92445}"/>
              </a:ext>
            </a:extLst>
          </p:cNvPr>
          <p:cNvSpPr>
            <a:spLocks noGrp="1"/>
          </p:cNvSpPr>
          <p:nvPr>
            <p:ph type="sldNum" sz="quarter" idx="5"/>
          </p:nvPr>
        </p:nvSpPr>
        <p:spPr/>
        <p:txBody>
          <a:bodyPr/>
          <a:lstStyle/>
          <a:p>
            <a:fld id="{5ECB407A-C754-474E-B019-D2193F9E080A}" type="slidenum">
              <a:rPr lang="en-US" smtClean="0"/>
              <a:t>5</a:t>
            </a:fld>
            <a:endParaRPr lang="en-US"/>
          </a:p>
        </p:txBody>
      </p:sp>
    </p:spTree>
    <p:extLst>
      <p:ext uri="{BB962C8B-B14F-4D97-AF65-F5344CB8AC3E}">
        <p14:creationId xmlns:p14="http://schemas.microsoft.com/office/powerpoint/2010/main" val="3120463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4E82A-DFA7-66B0-F17C-A15D1313EE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4397B9-C15A-F55B-3192-A0979BFE6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966B46-A19D-DF14-F603-C333370374FD}"/>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5" name="Footer Placeholder 4">
            <a:extLst>
              <a:ext uri="{FF2B5EF4-FFF2-40B4-BE49-F238E27FC236}">
                <a16:creationId xmlns:a16="http://schemas.microsoft.com/office/drawing/2014/main" id="{0D97BD92-283D-5DBB-F98E-D0EDE23C06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6E0E7D-2FA7-2957-2480-C4C9DC826E1F}"/>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2436618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CC971-A5E3-A860-D28A-D69DF6E3C8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7D5D7B-AABB-F6E0-AD8A-090587CF40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6A88A0-B317-65CB-A1E4-A5CD5B262C9C}"/>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5" name="Footer Placeholder 4">
            <a:extLst>
              <a:ext uri="{FF2B5EF4-FFF2-40B4-BE49-F238E27FC236}">
                <a16:creationId xmlns:a16="http://schemas.microsoft.com/office/drawing/2014/main" id="{4C437420-45D7-8200-3CE2-F36F2B5125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8186B4-5F4F-27C8-7946-7393C07FDC73}"/>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3274938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1AE8-E4F9-5197-276E-27F68A3A46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78E970-69B4-0EF5-C2E0-4D93A52F59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AD7904-E4C6-9464-EF65-9BDDAA5F49E7}"/>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5" name="Footer Placeholder 4">
            <a:extLst>
              <a:ext uri="{FF2B5EF4-FFF2-40B4-BE49-F238E27FC236}">
                <a16:creationId xmlns:a16="http://schemas.microsoft.com/office/drawing/2014/main" id="{4802E3B3-5FB2-2163-33AB-D827471B22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195534-81A9-546E-22D4-45E1BAB059A6}"/>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1362533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52E9B-9D00-715D-7B32-3A6C9F89D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A96A83-54AC-8E3B-92BC-84CCD9A805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2E46CA-4389-4187-0E44-80A9BE60B4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818F51-7449-CD2D-5705-89823E0372AC}"/>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6" name="Footer Placeholder 5">
            <a:extLst>
              <a:ext uri="{FF2B5EF4-FFF2-40B4-BE49-F238E27FC236}">
                <a16:creationId xmlns:a16="http://schemas.microsoft.com/office/drawing/2014/main" id="{B29117E3-B9DB-A6A6-6848-527B06B49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BA477B-189B-3D49-9205-34E6A91920E4}"/>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561881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EFB64-CC77-82DF-3AD4-CAD277D651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254F32-0D5A-258F-25C4-E619B431F7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D8DFF1-8B6C-4E92-CF3C-5134F8F4E3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428263-15B0-C86E-759F-388F7C521F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85C444-EBDA-B6F5-8958-4FEF1EEE9A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D1CDC8-410E-AAA9-5343-6BA6DABF3EB2}"/>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8" name="Footer Placeholder 7">
            <a:extLst>
              <a:ext uri="{FF2B5EF4-FFF2-40B4-BE49-F238E27FC236}">
                <a16:creationId xmlns:a16="http://schemas.microsoft.com/office/drawing/2014/main" id="{26879CA2-FC8D-B791-F5DF-ABF8BE6C28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64605-206A-7EF9-9E86-A4231A760ADE}"/>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42080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0B88B-D3CF-FD11-D015-3953BE6615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A752E2-0027-0855-7297-26A44E36D67D}"/>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4" name="Footer Placeholder 3">
            <a:extLst>
              <a:ext uri="{FF2B5EF4-FFF2-40B4-BE49-F238E27FC236}">
                <a16:creationId xmlns:a16="http://schemas.microsoft.com/office/drawing/2014/main" id="{F6239D6A-9A94-B84A-A69B-E6E9470401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25CA73-41C9-2324-55DA-19B0818408FD}"/>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4229741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61C0DF-5D46-C317-46B2-F095ADCB80A8}"/>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3" name="Footer Placeholder 2">
            <a:extLst>
              <a:ext uri="{FF2B5EF4-FFF2-40B4-BE49-F238E27FC236}">
                <a16:creationId xmlns:a16="http://schemas.microsoft.com/office/drawing/2014/main" id="{CCCBA3FF-A204-0648-ED17-56092C4E27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4F32AA-0D6C-7F86-9127-8A26365E6870}"/>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4216293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15D8D-32CD-65F0-3507-AB851A601B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3C3EEF-8C50-92D8-6749-A2A85420BE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A8C6F4-B598-09C6-FE5D-5080123EDE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8F655A-6626-8BF8-1BDB-0B5BDB3932E8}"/>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6" name="Footer Placeholder 5">
            <a:extLst>
              <a:ext uri="{FF2B5EF4-FFF2-40B4-BE49-F238E27FC236}">
                <a16:creationId xmlns:a16="http://schemas.microsoft.com/office/drawing/2014/main" id="{91DBB9A3-6D3D-82B8-73E7-3DBD15F786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481CD8-64F8-0316-9578-C538656B7A92}"/>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4074253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B4D94-2934-1444-06DE-1634E1FC18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928557-1B19-3C93-4173-5A41CFFDB5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710FFC-A53E-B5A6-3B6B-F0658D2899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7CDD21-67B2-B14E-123F-A76637FC6E33}"/>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6" name="Footer Placeholder 5">
            <a:extLst>
              <a:ext uri="{FF2B5EF4-FFF2-40B4-BE49-F238E27FC236}">
                <a16:creationId xmlns:a16="http://schemas.microsoft.com/office/drawing/2014/main" id="{5BF12090-8406-2646-A418-5A0EE27626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4286CA-76D7-0638-EBF9-4BDA9D857531}"/>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4066116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DF105-9B4F-AEEA-2F67-1162C28394A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7CCB6C-C5C9-C36D-9D7E-EE466CFA03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C1C1B5-F622-9055-C333-FC0EF84176FC}"/>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5" name="Footer Placeholder 4">
            <a:extLst>
              <a:ext uri="{FF2B5EF4-FFF2-40B4-BE49-F238E27FC236}">
                <a16:creationId xmlns:a16="http://schemas.microsoft.com/office/drawing/2014/main" id="{2A254781-A17A-0853-3C42-9C3AA2F988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59BFC-41AB-E62C-E31A-6C263982E8C0}"/>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3239010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5455EF-90B2-05AE-65A0-7C8EB6AA8E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6465CA-4BCF-0AF6-0F08-FDD6A7A958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BEC02B-CD5E-91D6-8651-9F85EEF6DD74}"/>
              </a:ext>
            </a:extLst>
          </p:cNvPr>
          <p:cNvSpPr>
            <a:spLocks noGrp="1"/>
          </p:cNvSpPr>
          <p:nvPr>
            <p:ph type="dt" sz="half" idx="10"/>
          </p:nvPr>
        </p:nvSpPr>
        <p:spPr/>
        <p:txBody>
          <a:bodyPr/>
          <a:lstStyle/>
          <a:p>
            <a:fld id="{5E51F2DE-C229-644F-97B9-0FD2D338D9FD}" type="datetimeFigureOut">
              <a:rPr lang="en-US" smtClean="0"/>
              <a:t>3/8/26</a:t>
            </a:fld>
            <a:endParaRPr lang="en-US"/>
          </a:p>
        </p:txBody>
      </p:sp>
      <p:sp>
        <p:nvSpPr>
          <p:cNvPr id="5" name="Footer Placeholder 4">
            <a:extLst>
              <a:ext uri="{FF2B5EF4-FFF2-40B4-BE49-F238E27FC236}">
                <a16:creationId xmlns:a16="http://schemas.microsoft.com/office/drawing/2014/main" id="{DA05C1D6-955E-8AAA-E806-FCBF6C8AED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97F78F-68A5-81B0-1FF6-93CC6A88A4C4}"/>
              </a:ext>
            </a:extLst>
          </p:cNvPr>
          <p:cNvSpPr>
            <a:spLocks noGrp="1"/>
          </p:cNvSpPr>
          <p:nvPr>
            <p:ph type="sldNum" sz="quarter" idx="12"/>
          </p:nvPr>
        </p:nvSpPr>
        <p:spPr/>
        <p:txBody>
          <a:bodyPr/>
          <a:lstStyle/>
          <a:p>
            <a:fld id="{DC6A915D-2C34-A041-A9C8-092E294D07E8}" type="slidenum">
              <a:rPr lang="en-US" smtClean="0"/>
              <a:t>‹#›</a:t>
            </a:fld>
            <a:endParaRPr lang="en-US"/>
          </a:p>
        </p:txBody>
      </p:sp>
    </p:spTree>
    <p:extLst>
      <p:ext uri="{BB962C8B-B14F-4D97-AF65-F5344CB8AC3E}">
        <p14:creationId xmlns:p14="http://schemas.microsoft.com/office/powerpoint/2010/main" val="24196280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5318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A75B55-C039-8595-4C36-6EC0639826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C6455C-453C-C337-B3D2-06DBCDF49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4330B-D3B4-65D7-005A-E4A06C8B4E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1F2DE-C229-644F-97B9-0FD2D338D9FD}" type="datetimeFigureOut">
              <a:rPr lang="en-US" smtClean="0"/>
              <a:t>3/8/26</a:t>
            </a:fld>
            <a:endParaRPr lang="en-US"/>
          </a:p>
        </p:txBody>
      </p:sp>
      <p:sp>
        <p:nvSpPr>
          <p:cNvPr id="5" name="Footer Placeholder 4">
            <a:extLst>
              <a:ext uri="{FF2B5EF4-FFF2-40B4-BE49-F238E27FC236}">
                <a16:creationId xmlns:a16="http://schemas.microsoft.com/office/drawing/2014/main" id="{E7DA7EEC-2DC3-ABA0-D70F-4CAC060179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337A03-C2AB-B261-B790-E6A36078C0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6A915D-2C34-A041-A9C8-092E294D07E8}" type="slidenum">
              <a:rPr lang="en-US" smtClean="0"/>
              <a:t>‹#›</a:t>
            </a:fld>
            <a:endParaRPr lang="en-US"/>
          </a:p>
        </p:txBody>
      </p:sp>
    </p:spTree>
    <p:extLst>
      <p:ext uri="{BB962C8B-B14F-4D97-AF65-F5344CB8AC3E}">
        <p14:creationId xmlns:p14="http://schemas.microsoft.com/office/powerpoint/2010/main" val="1095975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1D3D7-DF4A-D3C5-BDFC-259BE0EC111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5A79CA9-2FBD-C001-0AA6-4EEBEEAD34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5" y="-24362"/>
            <a:ext cx="12192000" cy="6858000"/>
          </a:xfrm>
          <a:prstGeom prst="rect">
            <a:avLst/>
          </a:prstGeom>
        </p:spPr>
      </p:pic>
      <p:sp>
        <p:nvSpPr>
          <p:cNvPr id="45" name="Rectangle 44">
            <a:extLst>
              <a:ext uri="{FF2B5EF4-FFF2-40B4-BE49-F238E27FC236}">
                <a16:creationId xmlns:a16="http://schemas.microsoft.com/office/drawing/2014/main" id="{C1726B64-E1FA-2203-7DDF-871CD6F910FC}"/>
              </a:ext>
            </a:extLst>
          </p:cNvPr>
          <p:cNvSpPr/>
          <p:nvPr/>
        </p:nvSpPr>
        <p:spPr>
          <a:xfrm>
            <a:off x="8282819" y="4405340"/>
            <a:ext cx="844712" cy="800120"/>
          </a:xfrm>
          <a:prstGeom prst="rect">
            <a:avLst/>
          </a:prstGeom>
          <a:solidFill>
            <a:srgbClr val="1BA1E2"/>
          </a:solidFill>
          <a:ln w="12332" cap="flat">
            <a:solidFill>
              <a:srgbClr val="000000"/>
            </a:solidFill>
            <a:prstDash val="solid"/>
            <a:miter/>
          </a:ln>
        </p:spPr>
        <p:txBody>
          <a:bodyPr/>
          <a:lstStyle/>
          <a:p>
            <a:endParaRPr lang="en-US"/>
          </a:p>
        </p:txBody>
      </p:sp>
      <p:pic>
        <p:nvPicPr>
          <p:cNvPr id="46" name="Picture 45">
            <a:extLst>
              <a:ext uri="{FF2B5EF4-FFF2-40B4-BE49-F238E27FC236}">
                <a16:creationId xmlns:a16="http://schemas.microsoft.com/office/drawing/2014/main" id="{8173FE76-FAB5-54E8-A787-25F9E686FD6B}"/>
              </a:ext>
            </a:extLst>
          </p:cNvPr>
          <p:cNvPicPr>
            <a:picLocks noChangeAspect="1"/>
          </p:cNvPicPr>
          <p:nvPr/>
        </p:nvPicPr>
        <p:blipFill>
          <a:blip r:embed="rId4"/>
          <a:stretch>
            <a:fillRect/>
          </a:stretch>
        </p:blipFill>
        <p:spPr>
          <a:xfrm>
            <a:off x="8310976" y="4733511"/>
            <a:ext cx="816555"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47" name="Rectangle 46">
            <a:extLst>
              <a:ext uri="{FF2B5EF4-FFF2-40B4-BE49-F238E27FC236}">
                <a16:creationId xmlns:a16="http://schemas.microsoft.com/office/drawing/2014/main" id="{216F55AB-5D64-9EB6-0EFE-97A18B24AB46}"/>
              </a:ext>
            </a:extLst>
          </p:cNvPr>
          <p:cNvSpPr/>
          <p:nvPr/>
        </p:nvSpPr>
        <p:spPr>
          <a:xfrm>
            <a:off x="8774722" y="4405336"/>
            <a:ext cx="3425660" cy="800122"/>
          </a:xfrm>
          <a:prstGeom prst="rect">
            <a:avLst/>
          </a:prstGeom>
          <a:solidFill>
            <a:srgbClr val="FFFFFF"/>
          </a:solidFill>
          <a:ln w="12332" cap="flat">
            <a:solidFill>
              <a:srgbClr val="000000"/>
            </a:solidFill>
            <a:prstDash val="solid"/>
            <a:miter/>
          </a:ln>
        </p:spPr>
        <p:txBody>
          <a:bodyPr/>
          <a:lstStyle/>
          <a:p>
            <a:endParaRPr lang="en-US" sz="1100" dirty="0">
              <a:latin typeface="+mj-lt"/>
            </a:endParaRPr>
          </a:p>
        </p:txBody>
      </p:sp>
      <p:sp>
        <p:nvSpPr>
          <p:cNvPr id="49" name="Rectangle 48">
            <a:extLst>
              <a:ext uri="{FF2B5EF4-FFF2-40B4-BE49-F238E27FC236}">
                <a16:creationId xmlns:a16="http://schemas.microsoft.com/office/drawing/2014/main" id="{8F1335F3-85CB-DB53-3253-028AD4D52918}"/>
              </a:ext>
            </a:extLst>
          </p:cNvPr>
          <p:cNvSpPr/>
          <p:nvPr/>
        </p:nvSpPr>
        <p:spPr>
          <a:xfrm>
            <a:off x="8282819" y="5203400"/>
            <a:ext cx="492934" cy="890474"/>
          </a:xfrm>
          <a:prstGeom prst="rect">
            <a:avLst/>
          </a:prstGeom>
          <a:solidFill>
            <a:srgbClr val="6A00FF"/>
          </a:solidFill>
          <a:ln w="12332" cap="flat">
            <a:solidFill>
              <a:srgbClr val="000000"/>
            </a:solidFill>
            <a:prstDash val="solid"/>
            <a:miter/>
          </a:ln>
        </p:spPr>
        <p:txBody>
          <a:bodyPr/>
          <a:lstStyle/>
          <a:p>
            <a:endParaRPr lang="en-US" dirty="0"/>
          </a:p>
        </p:txBody>
      </p:sp>
      <p:pic>
        <p:nvPicPr>
          <p:cNvPr id="50" name="Picture 49">
            <a:extLst>
              <a:ext uri="{FF2B5EF4-FFF2-40B4-BE49-F238E27FC236}">
                <a16:creationId xmlns:a16="http://schemas.microsoft.com/office/drawing/2014/main" id="{DBCEE683-D628-9C82-5DF7-497FC8D3EEAD}"/>
              </a:ext>
            </a:extLst>
          </p:cNvPr>
          <p:cNvPicPr>
            <a:picLocks noChangeAspect="1"/>
          </p:cNvPicPr>
          <p:nvPr/>
        </p:nvPicPr>
        <p:blipFill>
          <a:blip r:embed="rId5"/>
          <a:stretch>
            <a:fillRect/>
          </a:stretch>
        </p:blipFill>
        <p:spPr>
          <a:xfrm>
            <a:off x="8308730" y="5544641"/>
            <a:ext cx="746273"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51" name="Rectangle 50">
            <a:extLst>
              <a:ext uri="{FF2B5EF4-FFF2-40B4-BE49-F238E27FC236}">
                <a16:creationId xmlns:a16="http://schemas.microsoft.com/office/drawing/2014/main" id="{8C91F2A8-91ED-5FC4-526F-EBA3C76809E0}"/>
              </a:ext>
            </a:extLst>
          </p:cNvPr>
          <p:cNvSpPr/>
          <p:nvPr/>
        </p:nvSpPr>
        <p:spPr>
          <a:xfrm>
            <a:off x="8775753" y="5203400"/>
            <a:ext cx="3419856" cy="896112"/>
          </a:xfrm>
          <a:prstGeom prst="rect">
            <a:avLst/>
          </a:prstGeom>
          <a:solidFill>
            <a:srgbClr val="FFFFFF"/>
          </a:solidFill>
          <a:ln w="12332" cap="flat">
            <a:solidFill>
              <a:srgbClr val="000000"/>
            </a:solidFill>
            <a:prstDash val="solid"/>
            <a:miter/>
          </a:ln>
        </p:spPr>
        <p:txBody>
          <a:bodyPr/>
          <a:lstStyle/>
          <a:p>
            <a:endParaRPr lang="en-US" dirty="0"/>
          </a:p>
        </p:txBody>
      </p:sp>
      <p:sp>
        <p:nvSpPr>
          <p:cNvPr id="52" name="Rectangle 51">
            <a:extLst>
              <a:ext uri="{FF2B5EF4-FFF2-40B4-BE49-F238E27FC236}">
                <a16:creationId xmlns:a16="http://schemas.microsoft.com/office/drawing/2014/main" id="{242DFC12-04DD-8A8F-CAFD-B41351C60BB0}"/>
              </a:ext>
            </a:extLst>
          </p:cNvPr>
          <p:cNvSpPr/>
          <p:nvPr/>
        </p:nvSpPr>
        <p:spPr>
          <a:xfrm>
            <a:off x="8811832" y="5173727"/>
            <a:ext cx="2430605" cy="741829"/>
          </a:xfrm>
          <a:prstGeom prst="rect">
            <a:avLst/>
          </a:prstGeom>
          <a:noFill/>
          <a:ln w="12332" cap="flat">
            <a:noFill/>
            <a:prstDash val="solid"/>
            <a:miter/>
          </a:ln>
        </p:spPr>
        <p:txBody>
          <a:bodyPr/>
          <a:lstStyle/>
          <a:p>
            <a:endParaRPr lang="en-US"/>
          </a:p>
        </p:txBody>
      </p:sp>
      <p:sp>
        <p:nvSpPr>
          <p:cNvPr id="53" name="Rectangle 52">
            <a:extLst>
              <a:ext uri="{FF2B5EF4-FFF2-40B4-BE49-F238E27FC236}">
                <a16:creationId xmlns:a16="http://schemas.microsoft.com/office/drawing/2014/main" id="{37D9C376-3E8E-B23B-DEFE-C37E082D571A}"/>
              </a:ext>
            </a:extLst>
          </p:cNvPr>
          <p:cNvSpPr/>
          <p:nvPr/>
        </p:nvSpPr>
        <p:spPr>
          <a:xfrm>
            <a:off x="11739389" y="5531831"/>
            <a:ext cx="460136" cy="296731"/>
          </a:xfrm>
          <a:prstGeom prst="rect">
            <a:avLst/>
          </a:prstGeom>
          <a:solidFill>
            <a:srgbClr val="6A00FF"/>
          </a:solidFill>
          <a:ln w="12332" cap="flat">
            <a:solidFill>
              <a:srgbClr val="000000"/>
            </a:solidFill>
            <a:prstDash val="solid"/>
            <a:miter/>
          </a:ln>
        </p:spPr>
        <p:txBody>
          <a:bodyPr/>
          <a:lstStyle/>
          <a:p>
            <a:endParaRPr lang="en-US"/>
          </a:p>
        </p:txBody>
      </p:sp>
      <p:pic>
        <p:nvPicPr>
          <p:cNvPr id="54" name="Picture 53">
            <a:extLst>
              <a:ext uri="{FF2B5EF4-FFF2-40B4-BE49-F238E27FC236}">
                <a16:creationId xmlns:a16="http://schemas.microsoft.com/office/drawing/2014/main" id="{E1ED3694-A556-7D2F-B071-FBB470C0DB2C}"/>
              </a:ext>
            </a:extLst>
          </p:cNvPr>
          <p:cNvPicPr>
            <a:picLocks noChangeAspect="1"/>
          </p:cNvPicPr>
          <p:nvPr/>
        </p:nvPicPr>
        <p:blipFill>
          <a:blip r:embed="rId6"/>
          <a:stretch>
            <a:fillRect/>
          </a:stretch>
        </p:blipFill>
        <p:spPr>
          <a:xfrm>
            <a:off x="11801112" y="5590140"/>
            <a:ext cx="743478" cy="252221"/>
          </a:xfrm>
          <a:custGeom>
            <a:avLst/>
            <a:gdLst>
              <a:gd name="csX0" fmla="*/ 0 w 641416"/>
              <a:gd name="csY0" fmla="*/ 0 h 209693"/>
              <a:gd name="csX1" fmla="*/ 641417 w 641416"/>
              <a:gd name="csY1" fmla="*/ 0 h 209693"/>
              <a:gd name="csX2" fmla="*/ 641417 w 641416"/>
              <a:gd name="csY2" fmla="*/ 209694 h 209693"/>
              <a:gd name="csX3" fmla="*/ 0 w 641416"/>
              <a:gd name="csY3" fmla="*/ 209694 h 209693"/>
            </a:gdLst>
            <a:ahLst/>
            <a:cxnLst>
              <a:cxn ang="0">
                <a:pos x="csX0" y="csY0"/>
              </a:cxn>
              <a:cxn ang="0">
                <a:pos x="csX1" y="csY1"/>
              </a:cxn>
              <a:cxn ang="0">
                <a:pos x="csX2" y="csY2"/>
              </a:cxn>
              <a:cxn ang="0">
                <a:pos x="csX3" y="csY3"/>
              </a:cxn>
            </a:cxnLst>
            <a:rect l="l" t="t" r="r" b="b"/>
            <a:pathLst>
              <a:path w="641416" h="209693">
                <a:moveTo>
                  <a:pt x="0" y="0"/>
                </a:moveTo>
                <a:lnTo>
                  <a:pt x="641417" y="0"/>
                </a:lnTo>
                <a:lnTo>
                  <a:pt x="641417" y="209694"/>
                </a:lnTo>
                <a:lnTo>
                  <a:pt x="0" y="209694"/>
                </a:lnTo>
                <a:close/>
              </a:path>
            </a:pathLst>
          </a:custGeom>
        </p:spPr>
      </p:pic>
      <p:sp>
        <p:nvSpPr>
          <p:cNvPr id="55" name="Rectangle 54">
            <a:extLst>
              <a:ext uri="{FF2B5EF4-FFF2-40B4-BE49-F238E27FC236}">
                <a16:creationId xmlns:a16="http://schemas.microsoft.com/office/drawing/2014/main" id="{1334D0D1-D9A4-B30C-1194-E1E37B6F0950}"/>
              </a:ext>
            </a:extLst>
          </p:cNvPr>
          <p:cNvSpPr/>
          <p:nvPr/>
        </p:nvSpPr>
        <p:spPr>
          <a:xfrm>
            <a:off x="11739389" y="5822921"/>
            <a:ext cx="460136" cy="273761"/>
          </a:xfrm>
          <a:prstGeom prst="rect">
            <a:avLst/>
          </a:prstGeom>
          <a:solidFill>
            <a:srgbClr val="FFFFFF"/>
          </a:solidFill>
          <a:ln w="12332" cap="flat">
            <a:solidFill>
              <a:srgbClr val="000000"/>
            </a:solidFill>
            <a:prstDash val="solid"/>
            <a:miter/>
          </a:ln>
        </p:spPr>
        <p:txBody>
          <a:bodyPr/>
          <a:lstStyle/>
          <a:p>
            <a:endParaRPr lang="en-US"/>
          </a:p>
        </p:txBody>
      </p:sp>
      <p:grpSp>
        <p:nvGrpSpPr>
          <p:cNvPr id="57" name="Graphic 8">
            <a:extLst>
              <a:ext uri="{FF2B5EF4-FFF2-40B4-BE49-F238E27FC236}">
                <a16:creationId xmlns:a16="http://schemas.microsoft.com/office/drawing/2014/main" id="{ACAFD6AA-C164-6CE1-25A2-33E936665E05}"/>
              </a:ext>
            </a:extLst>
          </p:cNvPr>
          <p:cNvGrpSpPr/>
          <p:nvPr/>
        </p:nvGrpSpPr>
        <p:grpSpPr>
          <a:xfrm>
            <a:off x="8281963" y="6103829"/>
            <a:ext cx="858049" cy="445097"/>
            <a:chOff x="7637866" y="5668789"/>
            <a:chExt cx="740096" cy="370047"/>
          </a:xfrm>
          <a:solidFill>
            <a:srgbClr val="A20025"/>
          </a:solidFill>
        </p:grpSpPr>
        <p:sp>
          <p:nvSpPr>
            <p:cNvPr id="60" name="Rectangle 59">
              <a:extLst>
                <a:ext uri="{FF2B5EF4-FFF2-40B4-BE49-F238E27FC236}">
                  <a16:creationId xmlns:a16="http://schemas.microsoft.com/office/drawing/2014/main" id="{3039AD73-286A-BE7A-1DCA-CA9A71AD69EB}"/>
                </a:ext>
              </a:extLst>
            </p:cNvPr>
            <p:cNvSpPr/>
            <p:nvPr/>
          </p:nvSpPr>
          <p:spPr>
            <a:xfrm>
              <a:off x="7637866" y="5668789"/>
              <a:ext cx="740096" cy="370047"/>
            </a:xfrm>
            <a:prstGeom prst="rect">
              <a:avLst/>
            </a:prstGeom>
            <a:solidFill>
              <a:srgbClr val="A20025"/>
            </a:solidFill>
            <a:ln w="12332" cap="flat">
              <a:solidFill>
                <a:srgbClr val="000000"/>
              </a:solidFill>
              <a:prstDash val="solid"/>
              <a:miter/>
            </a:ln>
          </p:spPr>
          <p:txBody>
            <a:bodyPr/>
            <a:lstStyle/>
            <a:p>
              <a:endParaRPr lang="en-US"/>
            </a:p>
          </p:txBody>
        </p:sp>
        <p:pic>
          <p:nvPicPr>
            <p:cNvPr id="61" name="Picture 60">
              <a:extLst>
                <a:ext uri="{FF2B5EF4-FFF2-40B4-BE49-F238E27FC236}">
                  <a16:creationId xmlns:a16="http://schemas.microsoft.com/office/drawing/2014/main" id="{65B8760C-85D2-7BFD-E65F-C6CB749CB6BD}"/>
                </a:ext>
              </a:extLst>
            </p:cNvPr>
            <p:cNvPicPr>
              <a:picLocks noChangeAspect="1"/>
            </p:cNvPicPr>
            <p:nvPr/>
          </p:nvPicPr>
          <p:blipFill>
            <a:blip r:embed="rId7"/>
            <a:stretch>
              <a:fillRect/>
            </a:stretch>
          </p:blipFill>
          <p:spPr>
            <a:xfrm>
              <a:off x="7656368" y="5767469"/>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58" name="Rectangle 57">
            <a:extLst>
              <a:ext uri="{FF2B5EF4-FFF2-40B4-BE49-F238E27FC236}">
                <a16:creationId xmlns:a16="http://schemas.microsoft.com/office/drawing/2014/main" id="{BB70FFDC-FFDF-19E6-F8F2-3BCDB6B43892}"/>
              </a:ext>
            </a:extLst>
          </p:cNvPr>
          <p:cNvSpPr/>
          <p:nvPr/>
        </p:nvSpPr>
        <p:spPr>
          <a:xfrm>
            <a:off x="8967543" y="6103829"/>
            <a:ext cx="3231982" cy="445097"/>
          </a:xfrm>
          <a:prstGeom prst="rect">
            <a:avLst/>
          </a:prstGeom>
          <a:solidFill>
            <a:srgbClr val="FFFFFF"/>
          </a:solidFill>
          <a:ln w="12332" cap="flat">
            <a:solidFill>
              <a:srgbClr val="000000"/>
            </a:solidFill>
            <a:prstDash val="solid"/>
            <a:miter/>
          </a:ln>
        </p:spPr>
        <p:txBody>
          <a:bodyPr/>
          <a:lstStyle/>
          <a:p>
            <a:endParaRPr lang="en-US"/>
          </a:p>
        </p:txBody>
      </p:sp>
      <p:sp>
        <p:nvSpPr>
          <p:cNvPr id="59" name="Rectangle 58">
            <a:extLst>
              <a:ext uri="{FF2B5EF4-FFF2-40B4-BE49-F238E27FC236}">
                <a16:creationId xmlns:a16="http://schemas.microsoft.com/office/drawing/2014/main" id="{6A42CA21-D8B4-42AF-AF73-25645EE6F56A}"/>
              </a:ext>
            </a:extLst>
          </p:cNvPr>
          <p:cNvSpPr/>
          <p:nvPr/>
        </p:nvSpPr>
        <p:spPr>
          <a:xfrm>
            <a:off x="9010446" y="6074157"/>
            <a:ext cx="3132735" cy="445097"/>
          </a:xfrm>
          <a:prstGeom prst="rect">
            <a:avLst/>
          </a:prstGeom>
          <a:noFill/>
          <a:ln w="12332" cap="flat">
            <a:noFill/>
            <a:prstDash val="solid"/>
            <a:miter/>
          </a:ln>
        </p:spPr>
        <p:txBody>
          <a:bodyPr/>
          <a:lstStyle/>
          <a:p>
            <a:endParaRPr lang="en-US"/>
          </a:p>
        </p:txBody>
      </p:sp>
      <p:sp>
        <p:nvSpPr>
          <p:cNvPr id="62" name="TextBox 61">
            <a:extLst>
              <a:ext uri="{FF2B5EF4-FFF2-40B4-BE49-F238E27FC236}">
                <a16:creationId xmlns:a16="http://schemas.microsoft.com/office/drawing/2014/main" id="{5712040C-394A-6563-1CD2-15A58C870E76}"/>
              </a:ext>
            </a:extLst>
          </p:cNvPr>
          <p:cNvSpPr txBox="1"/>
          <p:nvPr/>
        </p:nvSpPr>
        <p:spPr>
          <a:xfrm>
            <a:off x="8722279" y="5190615"/>
            <a:ext cx="3113422" cy="938719"/>
          </a:xfrm>
          <a:prstGeom prst="rect">
            <a:avLst/>
          </a:prstGeom>
          <a:noFill/>
        </p:spPr>
        <p:txBody>
          <a:bodyPr wrap="square">
            <a:spAutoFit/>
          </a:bodyPr>
          <a:lstStyle/>
          <a:p>
            <a:r>
              <a:rPr lang="en-US" sz="1100" dirty="0">
                <a:latin typeface="+mj-lt"/>
              </a:rPr>
              <a:t>1. Use the search bar to search for "Arm &amp; Hammer Toothpaste"</a:t>
            </a:r>
          </a:p>
          <a:p>
            <a:r>
              <a:rPr lang="en-US" sz="1100" dirty="0">
                <a:latin typeface="+mj-lt"/>
              </a:rPr>
              <a:t>2. Navigate to the product page once found</a:t>
            </a:r>
          </a:p>
          <a:p>
            <a:r>
              <a:rPr lang="en-US" sz="1100" dirty="0">
                <a:latin typeface="+mj-lt"/>
              </a:rPr>
              <a:t>3. Count occurrences of "baking soda" in </a:t>
            </a:r>
          </a:p>
          <a:p>
            <a:r>
              <a:rPr lang="en-US" sz="1100" dirty="0">
                <a:latin typeface="+mj-lt"/>
              </a:rPr>
              <a:t>Description, Features, and Reviews sections</a:t>
            </a:r>
          </a:p>
        </p:txBody>
      </p:sp>
      <p:grpSp>
        <p:nvGrpSpPr>
          <p:cNvPr id="64" name="Graphic 8">
            <a:extLst>
              <a:ext uri="{FF2B5EF4-FFF2-40B4-BE49-F238E27FC236}">
                <a16:creationId xmlns:a16="http://schemas.microsoft.com/office/drawing/2014/main" id="{859FAA6E-3651-3DA6-6D99-1EAEF0A27A79}"/>
              </a:ext>
            </a:extLst>
          </p:cNvPr>
          <p:cNvGrpSpPr/>
          <p:nvPr/>
        </p:nvGrpSpPr>
        <p:grpSpPr>
          <a:xfrm>
            <a:off x="8281962" y="6536907"/>
            <a:ext cx="844712" cy="311568"/>
            <a:chOff x="7637866" y="6112847"/>
            <a:chExt cx="740096" cy="259033"/>
          </a:xfrm>
          <a:solidFill>
            <a:srgbClr val="60A917"/>
          </a:solidFill>
        </p:grpSpPr>
        <p:sp>
          <p:nvSpPr>
            <p:cNvPr id="67" name="Rectangle 66">
              <a:extLst>
                <a:ext uri="{FF2B5EF4-FFF2-40B4-BE49-F238E27FC236}">
                  <a16:creationId xmlns:a16="http://schemas.microsoft.com/office/drawing/2014/main" id="{1865A352-A848-8BF6-6DE8-8FEEA7733059}"/>
                </a:ext>
              </a:extLst>
            </p:cNvPr>
            <p:cNvSpPr/>
            <p:nvPr/>
          </p:nvSpPr>
          <p:spPr>
            <a:xfrm>
              <a:off x="7637866" y="6112847"/>
              <a:ext cx="740096" cy="259033"/>
            </a:xfrm>
            <a:prstGeom prst="rect">
              <a:avLst/>
            </a:prstGeom>
            <a:solidFill>
              <a:srgbClr val="60A917"/>
            </a:solidFill>
            <a:ln w="12332" cap="flat">
              <a:solidFill>
                <a:srgbClr val="000000"/>
              </a:solidFill>
              <a:prstDash val="solid"/>
              <a:miter/>
            </a:ln>
          </p:spPr>
          <p:txBody>
            <a:bodyPr/>
            <a:lstStyle/>
            <a:p>
              <a:endParaRPr lang="en-US"/>
            </a:p>
          </p:txBody>
        </p:sp>
        <p:pic>
          <p:nvPicPr>
            <p:cNvPr id="68" name="Picture 67">
              <a:extLst>
                <a:ext uri="{FF2B5EF4-FFF2-40B4-BE49-F238E27FC236}">
                  <a16:creationId xmlns:a16="http://schemas.microsoft.com/office/drawing/2014/main" id="{A13357F7-946C-1BFB-351C-9F8CF99019B3}"/>
                </a:ext>
              </a:extLst>
            </p:cNvPr>
            <p:cNvPicPr>
              <a:picLocks noChangeAspect="1"/>
            </p:cNvPicPr>
            <p:nvPr/>
          </p:nvPicPr>
          <p:blipFill>
            <a:blip r:embed="rId8"/>
            <a:stretch>
              <a:fillRect/>
            </a:stretch>
          </p:blipFill>
          <p:spPr>
            <a:xfrm>
              <a:off x="7656368" y="6149852"/>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65" name="Rectangle 64">
            <a:extLst>
              <a:ext uri="{FF2B5EF4-FFF2-40B4-BE49-F238E27FC236}">
                <a16:creationId xmlns:a16="http://schemas.microsoft.com/office/drawing/2014/main" id="{E51B9709-0856-A2BC-3F64-E108266C38E3}"/>
              </a:ext>
            </a:extLst>
          </p:cNvPr>
          <p:cNvSpPr/>
          <p:nvPr/>
        </p:nvSpPr>
        <p:spPr>
          <a:xfrm>
            <a:off x="8956886" y="6536907"/>
            <a:ext cx="3242639" cy="311568"/>
          </a:xfrm>
          <a:prstGeom prst="rect">
            <a:avLst/>
          </a:prstGeom>
          <a:solidFill>
            <a:srgbClr val="FFFFFF"/>
          </a:solidFill>
          <a:ln w="12332" cap="flat">
            <a:solidFill>
              <a:srgbClr val="000000"/>
            </a:solidFill>
            <a:prstDash val="solid"/>
            <a:miter/>
          </a:ln>
        </p:spPr>
        <p:txBody>
          <a:bodyPr/>
          <a:lstStyle/>
          <a:p>
            <a:endParaRPr lang="en-US"/>
          </a:p>
        </p:txBody>
      </p:sp>
      <p:sp>
        <p:nvSpPr>
          <p:cNvPr id="66" name="Rectangle 65">
            <a:extLst>
              <a:ext uri="{FF2B5EF4-FFF2-40B4-BE49-F238E27FC236}">
                <a16:creationId xmlns:a16="http://schemas.microsoft.com/office/drawing/2014/main" id="{5A95EB01-C139-C760-279D-699323460E11}"/>
              </a:ext>
            </a:extLst>
          </p:cNvPr>
          <p:cNvSpPr/>
          <p:nvPr/>
        </p:nvSpPr>
        <p:spPr>
          <a:xfrm>
            <a:off x="9012356" y="6507234"/>
            <a:ext cx="1970993" cy="296731"/>
          </a:xfrm>
          <a:prstGeom prst="rect">
            <a:avLst/>
          </a:prstGeom>
          <a:noFill/>
          <a:ln w="12332" cap="flat">
            <a:noFill/>
            <a:prstDash val="solid"/>
            <a:miter/>
          </a:ln>
        </p:spPr>
        <p:txBody>
          <a:bodyPr/>
          <a:lstStyle/>
          <a:p>
            <a:endParaRPr lang="en-US"/>
          </a:p>
        </p:txBody>
      </p:sp>
      <p:sp>
        <p:nvSpPr>
          <p:cNvPr id="69" name="TextBox 68">
            <a:extLst>
              <a:ext uri="{FF2B5EF4-FFF2-40B4-BE49-F238E27FC236}">
                <a16:creationId xmlns:a16="http://schemas.microsoft.com/office/drawing/2014/main" id="{38BD5CB9-C13C-4650-55C5-145D5F484F9D}"/>
              </a:ext>
            </a:extLst>
          </p:cNvPr>
          <p:cNvSpPr txBox="1"/>
          <p:nvPr/>
        </p:nvSpPr>
        <p:spPr>
          <a:xfrm>
            <a:off x="8928767" y="6097193"/>
            <a:ext cx="3031320" cy="430887"/>
          </a:xfrm>
          <a:prstGeom prst="rect">
            <a:avLst/>
          </a:prstGeom>
          <a:noFill/>
        </p:spPr>
        <p:txBody>
          <a:bodyPr wrap="square">
            <a:spAutoFit/>
          </a:bodyPr>
          <a:lstStyle/>
          <a:p>
            <a:r>
              <a:rPr lang="en-US" sz="1100" dirty="0">
                <a:latin typeface="+mj-lt"/>
              </a:rPr>
              <a:t>I need to search for "Arm &amp; Hammer Toothpaste" using the search bar to locate the product page.</a:t>
            </a:r>
          </a:p>
        </p:txBody>
      </p:sp>
      <p:sp>
        <p:nvSpPr>
          <p:cNvPr id="70" name="TextBox 69">
            <a:extLst>
              <a:ext uri="{FF2B5EF4-FFF2-40B4-BE49-F238E27FC236}">
                <a16:creationId xmlns:a16="http://schemas.microsoft.com/office/drawing/2014/main" id="{EC07F10F-657F-463F-639C-EB8B4BF6150D}"/>
              </a:ext>
            </a:extLst>
          </p:cNvPr>
          <p:cNvSpPr txBox="1"/>
          <p:nvPr/>
        </p:nvSpPr>
        <p:spPr>
          <a:xfrm>
            <a:off x="11837165" y="5833196"/>
            <a:ext cx="255645" cy="276999"/>
          </a:xfrm>
          <a:prstGeom prst="rect">
            <a:avLst/>
          </a:prstGeom>
          <a:noFill/>
        </p:spPr>
        <p:txBody>
          <a:bodyPr wrap="square">
            <a:spAutoFit/>
          </a:bodyPr>
          <a:lstStyle/>
          <a:p>
            <a:r>
              <a:rPr lang="en-US" sz="1200" dirty="0">
                <a:latin typeface="+mj-lt"/>
              </a:rPr>
              <a:t>1</a:t>
            </a:r>
          </a:p>
        </p:txBody>
      </p:sp>
      <p:sp>
        <p:nvSpPr>
          <p:cNvPr id="71" name="TextBox 70">
            <a:extLst>
              <a:ext uri="{FF2B5EF4-FFF2-40B4-BE49-F238E27FC236}">
                <a16:creationId xmlns:a16="http://schemas.microsoft.com/office/drawing/2014/main" id="{79490BE3-5A52-15C0-3B88-FB113E9A0D7E}"/>
              </a:ext>
            </a:extLst>
          </p:cNvPr>
          <p:cNvSpPr txBox="1"/>
          <p:nvPr/>
        </p:nvSpPr>
        <p:spPr>
          <a:xfrm>
            <a:off x="8967543" y="6557753"/>
            <a:ext cx="2713727" cy="261610"/>
          </a:xfrm>
          <a:prstGeom prst="rect">
            <a:avLst/>
          </a:prstGeom>
          <a:noFill/>
        </p:spPr>
        <p:txBody>
          <a:bodyPr wrap="square">
            <a:spAutoFit/>
          </a:bodyPr>
          <a:lstStyle/>
          <a:p>
            <a:r>
              <a:rPr lang="en-US" sz="1100" dirty="0">
                <a:latin typeface="+mj-lt"/>
              </a:rPr>
              <a:t>fill('21', 'Arm &amp; Hammer Toothpaste')</a:t>
            </a:r>
          </a:p>
        </p:txBody>
      </p:sp>
      <p:sp>
        <p:nvSpPr>
          <p:cNvPr id="72" name="TextBox 71">
            <a:extLst>
              <a:ext uri="{FF2B5EF4-FFF2-40B4-BE49-F238E27FC236}">
                <a16:creationId xmlns:a16="http://schemas.microsoft.com/office/drawing/2014/main" id="{C4D8BB78-77CF-AF07-4993-73FDF52E465D}"/>
              </a:ext>
            </a:extLst>
          </p:cNvPr>
          <p:cNvSpPr txBox="1"/>
          <p:nvPr/>
        </p:nvSpPr>
        <p:spPr>
          <a:xfrm>
            <a:off x="8769766" y="4442916"/>
            <a:ext cx="3354049" cy="769441"/>
          </a:xfrm>
          <a:prstGeom prst="rect">
            <a:avLst/>
          </a:prstGeom>
          <a:noFill/>
        </p:spPr>
        <p:txBody>
          <a:bodyPr wrap="square">
            <a:spAutoFit/>
          </a:bodyPr>
          <a:lstStyle/>
          <a:p>
            <a:r>
              <a:rPr lang="en-US" sz="1100" dirty="0">
                <a:latin typeface="+mj-lt"/>
              </a:rPr>
              <a:t>I need to find the Arm &amp; Hammer Toothpaste product page to count occurrences of "baking soda". Currently, I'm on the homepage of the </a:t>
            </a:r>
            <a:r>
              <a:rPr lang="en-US" sz="1100" dirty="0" err="1">
                <a:latin typeface="+mj-lt"/>
              </a:rPr>
              <a:t>WebShop</a:t>
            </a:r>
            <a:r>
              <a:rPr lang="en-US" sz="1100" dirty="0">
                <a:latin typeface="+mj-lt"/>
              </a:rPr>
              <a:t>. I should use the search bar to look for the product.</a:t>
            </a:r>
          </a:p>
        </p:txBody>
      </p:sp>
    </p:spTree>
    <p:extLst>
      <p:ext uri="{BB962C8B-B14F-4D97-AF65-F5344CB8AC3E}">
        <p14:creationId xmlns:p14="http://schemas.microsoft.com/office/powerpoint/2010/main" val="305548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47">
                                            <p:bg/>
                                          </p:spTgt>
                                        </p:tgtEl>
                                        <p:attrNameLst>
                                          <p:attrName>style.visibility</p:attrName>
                                        </p:attrNameLst>
                                      </p:cBhvr>
                                      <p:to>
                                        <p:strVal val="visible"/>
                                      </p:to>
                                    </p:set>
                                    <p:animEffect transition="in" filter="fade">
                                      <p:cBhvr>
                                        <p:cTn id="7" dur="500"/>
                                        <p:tgtEl>
                                          <p:spTgt spid="47">
                                            <p:bg/>
                                          </p:spTgt>
                                        </p:tgtEl>
                                      </p:cBhvr>
                                    </p:animEffect>
                                  </p:childTnLst>
                                </p:cTn>
                              </p:par>
                              <p:par>
                                <p:cTn id="8" presetID="10" presetClass="entr" presetSubtype="0" fill="hold" grpId="1" nodeType="withEffect" nodePh="1">
                                  <p:stCondLst>
                                    <p:cond delay="0"/>
                                  </p:stCondLst>
                                  <p:endCondLst>
                                    <p:cond evt="begin" delay="0">
                                      <p:tn val="8"/>
                                    </p:cond>
                                  </p:endCondLst>
                                  <p:childTnLst>
                                    <p:set>
                                      <p:cBhvr>
                                        <p:cTn id="9" dur="1" fill="hold">
                                          <p:stCondLst>
                                            <p:cond delay="0"/>
                                          </p:stCondLst>
                                        </p:cTn>
                                        <p:tgtEl>
                                          <p:spTgt spid="47">
                                            <p:txEl>
                                              <p:pRg st="0" end="0"/>
                                            </p:txEl>
                                          </p:spTgt>
                                        </p:tgtEl>
                                        <p:attrNameLst>
                                          <p:attrName>style.visibility</p:attrName>
                                        </p:attrNameLst>
                                      </p:cBhvr>
                                      <p:to>
                                        <p:strVal val="visible"/>
                                      </p:to>
                                    </p:set>
                                    <p:animEffect transition="in" filter="fade">
                                      <p:cBhvr>
                                        <p:cTn id="10" dur="500"/>
                                        <p:tgtEl>
                                          <p:spTgt spid="47">
                                            <p:txEl>
                                              <p:pRg st="0" end="0"/>
                                            </p:txEl>
                                          </p:spTgt>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iterate type="wd">
                                    <p:tmPct val="10000"/>
                                  </p:iterate>
                                  <p:childTnLst>
                                    <p:set>
                                      <p:cBhvr>
                                        <p:cTn id="20" dur="1" fill="hold">
                                          <p:stCondLst>
                                            <p:cond delay="0"/>
                                          </p:stCondLst>
                                        </p:cTn>
                                        <p:tgtEl>
                                          <p:spTgt spid="72">
                                            <p:txEl>
                                              <p:pRg st="0" end="0"/>
                                            </p:txEl>
                                          </p:spTgt>
                                        </p:tgtEl>
                                        <p:attrNameLst>
                                          <p:attrName>style.visibility</p:attrName>
                                        </p:attrNameLst>
                                      </p:cBhvr>
                                      <p:to>
                                        <p:strVal val="visible"/>
                                      </p:to>
                                    </p:set>
                                    <p:animEffect transition="in" filter="fade">
                                      <p:cBhvr>
                                        <p:cTn id="21" dur="1000"/>
                                        <p:tgtEl>
                                          <p:spTgt spid="7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fade">
                                      <p:cBhvr>
                                        <p:cTn id="26" dur="500"/>
                                        <p:tgtEl>
                                          <p:spTgt spid="5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fade">
                                      <p:cBhvr>
                                        <p:cTn id="29" dur="500"/>
                                        <p:tgtEl>
                                          <p:spTgt spid="49"/>
                                        </p:tgtEl>
                                      </p:cBhvr>
                                    </p:animEffect>
                                  </p:childTnLst>
                                </p:cTn>
                              </p:par>
                              <p:par>
                                <p:cTn id="30" presetID="10" presetClass="entr" presetSubtype="0" fill="hold" nodeType="with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500"/>
                                        <p:tgtEl>
                                          <p:spTgt spid="5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iterate type="wd">
                                    <p:tmPct val="10000"/>
                                  </p:iterate>
                                  <p:childTnLst>
                                    <p:set>
                                      <p:cBhvr>
                                        <p:cTn id="36" dur="1" fill="hold">
                                          <p:stCondLst>
                                            <p:cond delay="0"/>
                                          </p:stCondLst>
                                        </p:cTn>
                                        <p:tgtEl>
                                          <p:spTgt spid="62"/>
                                        </p:tgtEl>
                                        <p:attrNameLst>
                                          <p:attrName>style.visibility</p:attrName>
                                        </p:attrNameLst>
                                      </p:cBhvr>
                                      <p:to>
                                        <p:strVal val="visible"/>
                                      </p:to>
                                    </p:set>
                                    <p:animEffect transition="in" filter="fade">
                                      <p:cBhvr>
                                        <p:cTn id="37" dur="10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500"/>
                                        <p:tgtEl>
                                          <p:spTgt spid="5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fade">
                                      <p:cBhvr>
                                        <p:cTn id="48" dur="500"/>
                                        <p:tgtEl>
                                          <p:spTgt spid="5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fade">
                                      <p:cBhvr>
                                        <p:cTn id="53" dur="5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500"/>
                                        <p:tgtEl>
                                          <p:spTgt spid="5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fade">
                                      <p:cBhvr>
                                        <p:cTn id="61" dur="500"/>
                                        <p:tgtEl>
                                          <p:spTgt spid="5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iterate type="wd">
                                    <p:tmPct val="10000"/>
                                  </p:iterate>
                                  <p:childTnLst>
                                    <p:set>
                                      <p:cBhvr>
                                        <p:cTn id="65" dur="1" fill="hold">
                                          <p:stCondLst>
                                            <p:cond delay="0"/>
                                          </p:stCondLst>
                                        </p:cTn>
                                        <p:tgtEl>
                                          <p:spTgt spid="69"/>
                                        </p:tgtEl>
                                        <p:attrNameLst>
                                          <p:attrName>style.visibility</p:attrName>
                                        </p:attrNameLst>
                                      </p:cBhvr>
                                      <p:to>
                                        <p:strVal val="visible"/>
                                      </p:to>
                                    </p:set>
                                    <p:animEffect transition="in" filter="fade">
                                      <p:cBhvr>
                                        <p:cTn id="66" dur="1000"/>
                                        <p:tgtEl>
                                          <p:spTgt spid="6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500"/>
                                        <p:tgtEl>
                                          <p:spTgt spid="65"/>
                                        </p:tgtEl>
                                      </p:cBhvr>
                                    </p:animEffect>
                                  </p:childTnLst>
                                </p:cTn>
                              </p:par>
                              <p:par>
                                <p:cTn id="72" presetID="10" presetClass="entr" presetSubtype="0" fill="hold" nodeType="withEffect">
                                  <p:stCondLst>
                                    <p:cond delay="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500"/>
                                        <p:tgtEl>
                                          <p:spTgt spid="6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iterate type="wd">
                                    <p:tmPct val="10000"/>
                                  </p:iterate>
                                  <p:childTnLst>
                                    <p:set>
                                      <p:cBhvr>
                                        <p:cTn id="78" dur="1" fill="hold">
                                          <p:stCondLst>
                                            <p:cond delay="0"/>
                                          </p:stCondLst>
                                        </p:cTn>
                                        <p:tgtEl>
                                          <p:spTgt spid="71"/>
                                        </p:tgtEl>
                                        <p:attrNameLst>
                                          <p:attrName>style.visibility</p:attrName>
                                        </p:attrNameLst>
                                      </p:cBhvr>
                                      <p:to>
                                        <p:strVal val="visible"/>
                                      </p:to>
                                    </p:set>
                                    <p:animEffect transition="in" filter="fade">
                                      <p:cBhvr>
                                        <p:cTn id="79"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1" animBg="1"/>
      <p:bldP spid="47" grpId="1" build="allAtOnce" animBg="1"/>
      <p:bldP spid="49" grpId="0" animBg="1"/>
      <p:bldP spid="51" grpId="0" animBg="1"/>
      <p:bldP spid="53" grpId="0" animBg="1"/>
      <p:bldP spid="55" grpId="0" animBg="1"/>
      <p:bldP spid="58" grpId="0" animBg="1"/>
      <p:bldP spid="62" grpId="0"/>
      <p:bldP spid="65" grpId="0" animBg="1"/>
      <p:bldP spid="69" grpId="0"/>
      <p:bldP spid="70" grpId="0"/>
      <p:bldP spid="71" grpId="0"/>
      <p:bldP spid="72"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88653-499E-4C71-78EE-9D109858F2B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F52F1CF-61DA-4846-1C84-F47E704B8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3A7C4A4-BBCF-97F4-A99C-72B1B1ED6F62}"/>
              </a:ext>
            </a:extLst>
          </p:cNvPr>
          <p:cNvSpPr/>
          <p:nvPr/>
        </p:nvSpPr>
        <p:spPr>
          <a:xfrm>
            <a:off x="8282819" y="4405340"/>
            <a:ext cx="844712" cy="800120"/>
          </a:xfrm>
          <a:prstGeom prst="rect">
            <a:avLst/>
          </a:prstGeom>
          <a:solidFill>
            <a:srgbClr val="1BA1E2"/>
          </a:solidFill>
          <a:ln w="12332" cap="flat">
            <a:solidFill>
              <a:srgbClr val="000000"/>
            </a:solidFill>
            <a:prstDash val="solid"/>
            <a:miter/>
          </a:ln>
        </p:spPr>
        <p:txBody>
          <a:bodyPr/>
          <a:lstStyle/>
          <a:p>
            <a:endParaRPr lang="en-US"/>
          </a:p>
        </p:txBody>
      </p:sp>
      <p:pic>
        <p:nvPicPr>
          <p:cNvPr id="4" name="Picture 3">
            <a:extLst>
              <a:ext uri="{FF2B5EF4-FFF2-40B4-BE49-F238E27FC236}">
                <a16:creationId xmlns:a16="http://schemas.microsoft.com/office/drawing/2014/main" id="{E6DF6B6D-9D48-6203-6C1E-625CCAF88E0D}"/>
              </a:ext>
            </a:extLst>
          </p:cNvPr>
          <p:cNvPicPr>
            <a:picLocks noChangeAspect="1"/>
          </p:cNvPicPr>
          <p:nvPr/>
        </p:nvPicPr>
        <p:blipFill>
          <a:blip r:embed="rId3"/>
          <a:stretch>
            <a:fillRect/>
          </a:stretch>
        </p:blipFill>
        <p:spPr>
          <a:xfrm>
            <a:off x="8310976" y="4733511"/>
            <a:ext cx="816555"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5" name="Rectangle 4">
            <a:extLst>
              <a:ext uri="{FF2B5EF4-FFF2-40B4-BE49-F238E27FC236}">
                <a16:creationId xmlns:a16="http://schemas.microsoft.com/office/drawing/2014/main" id="{61D431FA-6614-887A-BB87-F4CEDC8EF57D}"/>
              </a:ext>
            </a:extLst>
          </p:cNvPr>
          <p:cNvSpPr/>
          <p:nvPr/>
        </p:nvSpPr>
        <p:spPr>
          <a:xfrm>
            <a:off x="8774722" y="4405336"/>
            <a:ext cx="3425660" cy="800122"/>
          </a:xfrm>
          <a:prstGeom prst="rect">
            <a:avLst/>
          </a:prstGeom>
          <a:solidFill>
            <a:srgbClr val="FFFFFF"/>
          </a:solidFill>
          <a:ln w="12332" cap="flat">
            <a:solidFill>
              <a:srgbClr val="000000"/>
            </a:solidFill>
            <a:prstDash val="solid"/>
            <a:miter/>
          </a:ln>
        </p:spPr>
        <p:txBody>
          <a:bodyPr/>
          <a:lstStyle/>
          <a:p>
            <a:endParaRPr lang="en-US" sz="1100" dirty="0">
              <a:latin typeface="+mj-lt"/>
            </a:endParaRPr>
          </a:p>
        </p:txBody>
      </p:sp>
      <p:sp>
        <p:nvSpPr>
          <p:cNvPr id="6" name="Rectangle 5">
            <a:extLst>
              <a:ext uri="{FF2B5EF4-FFF2-40B4-BE49-F238E27FC236}">
                <a16:creationId xmlns:a16="http://schemas.microsoft.com/office/drawing/2014/main" id="{93E1F18D-6BDC-38FD-108F-823E063B1D21}"/>
              </a:ext>
            </a:extLst>
          </p:cNvPr>
          <p:cNvSpPr/>
          <p:nvPr/>
        </p:nvSpPr>
        <p:spPr>
          <a:xfrm>
            <a:off x="8282819" y="5203400"/>
            <a:ext cx="492934" cy="890474"/>
          </a:xfrm>
          <a:prstGeom prst="rect">
            <a:avLst/>
          </a:prstGeom>
          <a:solidFill>
            <a:srgbClr val="6A00FF"/>
          </a:solidFill>
          <a:ln w="12332" cap="flat">
            <a:solidFill>
              <a:srgbClr val="000000"/>
            </a:solidFill>
            <a:prstDash val="solid"/>
            <a:miter/>
          </a:ln>
        </p:spPr>
        <p:txBody>
          <a:bodyPr/>
          <a:lstStyle/>
          <a:p>
            <a:endParaRPr lang="en-US" dirty="0"/>
          </a:p>
        </p:txBody>
      </p:sp>
      <p:pic>
        <p:nvPicPr>
          <p:cNvPr id="7" name="Picture 6">
            <a:extLst>
              <a:ext uri="{FF2B5EF4-FFF2-40B4-BE49-F238E27FC236}">
                <a16:creationId xmlns:a16="http://schemas.microsoft.com/office/drawing/2014/main" id="{561B5E51-7189-40FA-D560-A617DA4E0B66}"/>
              </a:ext>
            </a:extLst>
          </p:cNvPr>
          <p:cNvPicPr>
            <a:picLocks noChangeAspect="1"/>
          </p:cNvPicPr>
          <p:nvPr/>
        </p:nvPicPr>
        <p:blipFill>
          <a:blip r:embed="rId4"/>
          <a:stretch>
            <a:fillRect/>
          </a:stretch>
        </p:blipFill>
        <p:spPr>
          <a:xfrm>
            <a:off x="8308730" y="5544641"/>
            <a:ext cx="746273"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8" name="Rectangle 7">
            <a:extLst>
              <a:ext uri="{FF2B5EF4-FFF2-40B4-BE49-F238E27FC236}">
                <a16:creationId xmlns:a16="http://schemas.microsoft.com/office/drawing/2014/main" id="{3D456AA6-F73C-C1F5-B8DC-A68E63C815E6}"/>
              </a:ext>
            </a:extLst>
          </p:cNvPr>
          <p:cNvSpPr/>
          <p:nvPr/>
        </p:nvSpPr>
        <p:spPr>
          <a:xfrm>
            <a:off x="8775753" y="5203400"/>
            <a:ext cx="3419856" cy="896112"/>
          </a:xfrm>
          <a:prstGeom prst="rect">
            <a:avLst/>
          </a:prstGeom>
          <a:solidFill>
            <a:srgbClr val="FFFFFF"/>
          </a:solidFill>
          <a:ln w="12332" cap="flat">
            <a:solidFill>
              <a:srgbClr val="000000"/>
            </a:solidFill>
            <a:prstDash val="solid"/>
            <a:miter/>
          </a:ln>
        </p:spPr>
        <p:txBody>
          <a:bodyPr/>
          <a:lstStyle/>
          <a:p>
            <a:endParaRPr lang="en-US" dirty="0"/>
          </a:p>
        </p:txBody>
      </p:sp>
      <p:sp>
        <p:nvSpPr>
          <p:cNvPr id="9" name="Rectangle 8">
            <a:extLst>
              <a:ext uri="{FF2B5EF4-FFF2-40B4-BE49-F238E27FC236}">
                <a16:creationId xmlns:a16="http://schemas.microsoft.com/office/drawing/2014/main" id="{BB1569FD-4C6F-E261-966D-62D740AD34BC}"/>
              </a:ext>
            </a:extLst>
          </p:cNvPr>
          <p:cNvSpPr/>
          <p:nvPr/>
        </p:nvSpPr>
        <p:spPr>
          <a:xfrm>
            <a:off x="8811832" y="5173727"/>
            <a:ext cx="2430605" cy="741829"/>
          </a:xfrm>
          <a:prstGeom prst="rect">
            <a:avLst/>
          </a:prstGeom>
          <a:noFill/>
          <a:ln w="12332" cap="flat">
            <a:noFill/>
            <a:prstDash val="solid"/>
            <a:miter/>
          </a:ln>
        </p:spPr>
        <p:txBody>
          <a:bodyPr/>
          <a:lstStyle/>
          <a:p>
            <a:endParaRPr lang="en-US"/>
          </a:p>
        </p:txBody>
      </p:sp>
      <p:sp>
        <p:nvSpPr>
          <p:cNvPr id="10" name="Rectangle 9">
            <a:extLst>
              <a:ext uri="{FF2B5EF4-FFF2-40B4-BE49-F238E27FC236}">
                <a16:creationId xmlns:a16="http://schemas.microsoft.com/office/drawing/2014/main" id="{6BA765E6-AFA7-CF37-ECA2-3798A4D9F3CD}"/>
              </a:ext>
            </a:extLst>
          </p:cNvPr>
          <p:cNvSpPr/>
          <p:nvPr/>
        </p:nvSpPr>
        <p:spPr>
          <a:xfrm>
            <a:off x="11739389" y="5531831"/>
            <a:ext cx="460136" cy="296731"/>
          </a:xfrm>
          <a:prstGeom prst="rect">
            <a:avLst/>
          </a:prstGeom>
          <a:solidFill>
            <a:srgbClr val="6A00FF"/>
          </a:solidFill>
          <a:ln w="12332" cap="flat">
            <a:solidFill>
              <a:srgbClr val="000000"/>
            </a:solidFill>
            <a:prstDash val="solid"/>
            <a:miter/>
          </a:ln>
        </p:spPr>
        <p:txBody>
          <a:bodyPr/>
          <a:lstStyle/>
          <a:p>
            <a:endParaRPr lang="en-US"/>
          </a:p>
        </p:txBody>
      </p:sp>
      <p:pic>
        <p:nvPicPr>
          <p:cNvPr id="11" name="Picture 10">
            <a:extLst>
              <a:ext uri="{FF2B5EF4-FFF2-40B4-BE49-F238E27FC236}">
                <a16:creationId xmlns:a16="http://schemas.microsoft.com/office/drawing/2014/main" id="{03B763DC-86DE-36AB-4FD1-B28CC355058A}"/>
              </a:ext>
            </a:extLst>
          </p:cNvPr>
          <p:cNvPicPr>
            <a:picLocks noChangeAspect="1"/>
          </p:cNvPicPr>
          <p:nvPr/>
        </p:nvPicPr>
        <p:blipFill>
          <a:blip r:embed="rId5"/>
          <a:stretch>
            <a:fillRect/>
          </a:stretch>
        </p:blipFill>
        <p:spPr>
          <a:xfrm>
            <a:off x="11801112" y="5590140"/>
            <a:ext cx="743478" cy="252221"/>
          </a:xfrm>
          <a:custGeom>
            <a:avLst/>
            <a:gdLst>
              <a:gd name="csX0" fmla="*/ 0 w 641416"/>
              <a:gd name="csY0" fmla="*/ 0 h 209693"/>
              <a:gd name="csX1" fmla="*/ 641417 w 641416"/>
              <a:gd name="csY1" fmla="*/ 0 h 209693"/>
              <a:gd name="csX2" fmla="*/ 641417 w 641416"/>
              <a:gd name="csY2" fmla="*/ 209694 h 209693"/>
              <a:gd name="csX3" fmla="*/ 0 w 641416"/>
              <a:gd name="csY3" fmla="*/ 209694 h 209693"/>
            </a:gdLst>
            <a:ahLst/>
            <a:cxnLst>
              <a:cxn ang="0">
                <a:pos x="csX0" y="csY0"/>
              </a:cxn>
              <a:cxn ang="0">
                <a:pos x="csX1" y="csY1"/>
              </a:cxn>
              <a:cxn ang="0">
                <a:pos x="csX2" y="csY2"/>
              </a:cxn>
              <a:cxn ang="0">
                <a:pos x="csX3" y="csY3"/>
              </a:cxn>
            </a:cxnLst>
            <a:rect l="l" t="t" r="r" b="b"/>
            <a:pathLst>
              <a:path w="641416" h="209693">
                <a:moveTo>
                  <a:pt x="0" y="0"/>
                </a:moveTo>
                <a:lnTo>
                  <a:pt x="641417" y="0"/>
                </a:lnTo>
                <a:lnTo>
                  <a:pt x="641417" y="209694"/>
                </a:lnTo>
                <a:lnTo>
                  <a:pt x="0" y="209694"/>
                </a:lnTo>
                <a:close/>
              </a:path>
            </a:pathLst>
          </a:custGeom>
        </p:spPr>
      </p:pic>
      <p:sp>
        <p:nvSpPr>
          <p:cNvPr id="12" name="Rectangle 11">
            <a:extLst>
              <a:ext uri="{FF2B5EF4-FFF2-40B4-BE49-F238E27FC236}">
                <a16:creationId xmlns:a16="http://schemas.microsoft.com/office/drawing/2014/main" id="{FE73DC12-B8AC-C52D-8E6F-1F99278BA103}"/>
              </a:ext>
            </a:extLst>
          </p:cNvPr>
          <p:cNvSpPr/>
          <p:nvPr/>
        </p:nvSpPr>
        <p:spPr>
          <a:xfrm>
            <a:off x="11739389" y="5822921"/>
            <a:ext cx="460136" cy="273761"/>
          </a:xfrm>
          <a:prstGeom prst="rect">
            <a:avLst/>
          </a:prstGeom>
          <a:solidFill>
            <a:srgbClr val="FFFFFF"/>
          </a:solidFill>
          <a:ln w="12332" cap="flat">
            <a:solidFill>
              <a:srgbClr val="000000"/>
            </a:solidFill>
            <a:prstDash val="solid"/>
            <a:miter/>
          </a:ln>
        </p:spPr>
        <p:txBody>
          <a:bodyPr/>
          <a:lstStyle/>
          <a:p>
            <a:endParaRPr lang="en-US"/>
          </a:p>
        </p:txBody>
      </p:sp>
      <p:grpSp>
        <p:nvGrpSpPr>
          <p:cNvPr id="13" name="Graphic 8">
            <a:extLst>
              <a:ext uri="{FF2B5EF4-FFF2-40B4-BE49-F238E27FC236}">
                <a16:creationId xmlns:a16="http://schemas.microsoft.com/office/drawing/2014/main" id="{0B58EC4C-F6A8-4880-2134-5AA772B43B96}"/>
              </a:ext>
            </a:extLst>
          </p:cNvPr>
          <p:cNvGrpSpPr/>
          <p:nvPr/>
        </p:nvGrpSpPr>
        <p:grpSpPr>
          <a:xfrm>
            <a:off x="8281963" y="6103829"/>
            <a:ext cx="858049" cy="445097"/>
            <a:chOff x="7637866" y="5668789"/>
            <a:chExt cx="740096" cy="370047"/>
          </a:xfrm>
          <a:solidFill>
            <a:srgbClr val="A20025"/>
          </a:solidFill>
        </p:grpSpPr>
        <p:sp>
          <p:nvSpPr>
            <p:cNvPr id="14" name="Rectangle 13">
              <a:extLst>
                <a:ext uri="{FF2B5EF4-FFF2-40B4-BE49-F238E27FC236}">
                  <a16:creationId xmlns:a16="http://schemas.microsoft.com/office/drawing/2014/main" id="{9EE2875A-1A99-279B-5F51-630E8482D5C5}"/>
                </a:ext>
              </a:extLst>
            </p:cNvPr>
            <p:cNvSpPr/>
            <p:nvPr/>
          </p:nvSpPr>
          <p:spPr>
            <a:xfrm>
              <a:off x="7637866" y="5668789"/>
              <a:ext cx="740096" cy="370047"/>
            </a:xfrm>
            <a:prstGeom prst="rect">
              <a:avLst/>
            </a:prstGeom>
            <a:solidFill>
              <a:srgbClr val="A20025"/>
            </a:solidFill>
            <a:ln w="12332" cap="flat">
              <a:solidFill>
                <a:srgbClr val="000000"/>
              </a:solidFill>
              <a:prstDash val="solid"/>
              <a:miter/>
            </a:ln>
          </p:spPr>
          <p:txBody>
            <a:bodyPr/>
            <a:lstStyle/>
            <a:p>
              <a:endParaRPr lang="en-US"/>
            </a:p>
          </p:txBody>
        </p:sp>
        <p:pic>
          <p:nvPicPr>
            <p:cNvPr id="15" name="Picture 14">
              <a:extLst>
                <a:ext uri="{FF2B5EF4-FFF2-40B4-BE49-F238E27FC236}">
                  <a16:creationId xmlns:a16="http://schemas.microsoft.com/office/drawing/2014/main" id="{31DD4FB5-0512-AB29-32D7-DFEE6A6B9C27}"/>
                </a:ext>
              </a:extLst>
            </p:cNvPr>
            <p:cNvPicPr>
              <a:picLocks noChangeAspect="1"/>
            </p:cNvPicPr>
            <p:nvPr/>
          </p:nvPicPr>
          <p:blipFill>
            <a:blip r:embed="rId6"/>
            <a:stretch>
              <a:fillRect/>
            </a:stretch>
          </p:blipFill>
          <p:spPr>
            <a:xfrm>
              <a:off x="7656368" y="5767469"/>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16" name="Rectangle 15">
            <a:extLst>
              <a:ext uri="{FF2B5EF4-FFF2-40B4-BE49-F238E27FC236}">
                <a16:creationId xmlns:a16="http://schemas.microsoft.com/office/drawing/2014/main" id="{EB5A9166-97B7-B769-AC2A-746B057C8EF3}"/>
              </a:ext>
            </a:extLst>
          </p:cNvPr>
          <p:cNvSpPr/>
          <p:nvPr/>
        </p:nvSpPr>
        <p:spPr>
          <a:xfrm>
            <a:off x="8967543" y="6103829"/>
            <a:ext cx="3231982" cy="445097"/>
          </a:xfrm>
          <a:prstGeom prst="rect">
            <a:avLst/>
          </a:prstGeom>
          <a:solidFill>
            <a:srgbClr val="FFFFFF"/>
          </a:solidFill>
          <a:ln w="12332" cap="flat">
            <a:solidFill>
              <a:srgbClr val="000000"/>
            </a:solidFill>
            <a:prstDash val="solid"/>
            <a:miter/>
          </a:ln>
        </p:spPr>
        <p:txBody>
          <a:bodyPr/>
          <a:lstStyle/>
          <a:p>
            <a:endParaRPr lang="en-US"/>
          </a:p>
        </p:txBody>
      </p:sp>
      <p:sp>
        <p:nvSpPr>
          <p:cNvPr id="17" name="Rectangle 16">
            <a:extLst>
              <a:ext uri="{FF2B5EF4-FFF2-40B4-BE49-F238E27FC236}">
                <a16:creationId xmlns:a16="http://schemas.microsoft.com/office/drawing/2014/main" id="{B42916CE-B774-A8F5-C5EF-365786BCB43A}"/>
              </a:ext>
            </a:extLst>
          </p:cNvPr>
          <p:cNvSpPr/>
          <p:nvPr/>
        </p:nvSpPr>
        <p:spPr>
          <a:xfrm>
            <a:off x="9010446" y="6074157"/>
            <a:ext cx="3132735" cy="445097"/>
          </a:xfrm>
          <a:prstGeom prst="rect">
            <a:avLst/>
          </a:prstGeom>
          <a:noFill/>
          <a:ln w="12332" cap="flat">
            <a:noFill/>
            <a:prstDash val="solid"/>
            <a:miter/>
          </a:ln>
        </p:spPr>
        <p:txBody>
          <a:bodyPr/>
          <a:lstStyle/>
          <a:p>
            <a:endParaRPr lang="en-US"/>
          </a:p>
        </p:txBody>
      </p:sp>
      <p:sp>
        <p:nvSpPr>
          <p:cNvPr id="18" name="TextBox 17">
            <a:extLst>
              <a:ext uri="{FF2B5EF4-FFF2-40B4-BE49-F238E27FC236}">
                <a16:creationId xmlns:a16="http://schemas.microsoft.com/office/drawing/2014/main" id="{3EB5CF73-5018-F95D-1B67-18532F4235ED}"/>
              </a:ext>
            </a:extLst>
          </p:cNvPr>
          <p:cNvSpPr txBox="1"/>
          <p:nvPr/>
        </p:nvSpPr>
        <p:spPr>
          <a:xfrm>
            <a:off x="8722279" y="5190615"/>
            <a:ext cx="3113422" cy="938719"/>
          </a:xfrm>
          <a:prstGeom prst="rect">
            <a:avLst/>
          </a:prstGeom>
          <a:noFill/>
        </p:spPr>
        <p:txBody>
          <a:bodyPr wrap="square">
            <a:spAutoFit/>
          </a:bodyPr>
          <a:lstStyle/>
          <a:p>
            <a:r>
              <a:rPr lang="en-US" sz="1100" dirty="0">
                <a:latin typeface="+mj-lt"/>
              </a:rPr>
              <a:t>1. Use the search bar to search for "Arm &amp; Hammer Toothpaste"</a:t>
            </a:r>
          </a:p>
          <a:p>
            <a:r>
              <a:rPr lang="en-US" sz="1100" dirty="0">
                <a:latin typeface="+mj-lt"/>
              </a:rPr>
              <a:t>2. Navigate to the product page once found</a:t>
            </a:r>
          </a:p>
          <a:p>
            <a:r>
              <a:rPr lang="en-US" sz="1100" dirty="0">
                <a:latin typeface="+mj-lt"/>
              </a:rPr>
              <a:t>3. Count occurrences of "baking soda" in </a:t>
            </a:r>
          </a:p>
          <a:p>
            <a:r>
              <a:rPr lang="en-US" sz="1100" dirty="0">
                <a:latin typeface="+mj-lt"/>
              </a:rPr>
              <a:t>Description, Features, and Reviews sections</a:t>
            </a:r>
          </a:p>
        </p:txBody>
      </p:sp>
      <p:grpSp>
        <p:nvGrpSpPr>
          <p:cNvPr id="19" name="Graphic 8">
            <a:extLst>
              <a:ext uri="{FF2B5EF4-FFF2-40B4-BE49-F238E27FC236}">
                <a16:creationId xmlns:a16="http://schemas.microsoft.com/office/drawing/2014/main" id="{D2E1DCD3-1B56-B1C6-175E-40240820F94E}"/>
              </a:ext>
            </a:extLst>
          </p:cNvPr>
          <p:cNvGrpSpPr/>
          <p:nvPr/>
        </p:nvGrpSpPr>
        <p:grpSpPr>
          <a:xfrm>
            <a:off x="8281962" y="6536907"/>
            <a:ext cx="844712" cy="311568"/>
            <a:chOff x="7637866" y="6112847"/>
            <a:chExt cx="740096" cy="259033"/>
          </a:xfrm>
          <a:solidFill>
            <a:srgbClr val="60A917"/>
          </a:solidFill>
        </p:grpSpPr>
        <p:sp>
          <p:nvSpPr>
            <p:cNvPr id="20" name="Rectangle 19">
              <a:extLst>
                <a:ext uri="{FF2B5EF4-FFF2-40B4-BE49-F238E27FC236}">
                  <a16:creationId xmlns:a16="http://schemas.microsoft.com/office/drawing/2014/main" id="{99806C08-AAD8-05BB-C786-AA1222024DA1}"/>
                </a:ext>
              </a:extLst>
            </p:cNvPr>
            <p:cNvSpPr/>
            <p:nvPr/>
          </p:nvSpPr>
          <p:spPr>
            <a:xfrm>
              <a:off x="7637866" y="6112847"/>
              <a:ext cx="740096" cy="259033"/>
            </a:xfrm>
            <a:prstGeom prst="rect">
              <a:avLst/>
            </a:prstGeom>
            <a:solidFill>
              <a:srgbClr val="60A917"/>
            </a:solidFill>
            <a:ln w="12332" cap="flat">
              <a:solidFill>
                <a:srgbClr val="000000"/>
              </a:solidFill>
              <a:prstDash val="solid"/>
              <a:miter/>
            </a:ln>
          </p:spPr>
          <p:txBody>
            <a:bodyPr/>
            <a:lstStyle/>
            <a:p>
              <a:endParaRPr lang="en-US"/>
            </a:p>
          </p:txBody>
        </p:sp>
        <p:pic>
          <p:nvPicPr>
            <p:cNvPr id="21" name="Picture 20">
              <a:extLst>
                <a:ext uri="{FF2B5EF4-FFF2-40B4-BE49-F238E27FC236}">
                  <a16:creationId xmlns:a16="http://schemas.microsoft.com/office/drawing/2014/main" id="{256E25EA-8106-3609-B775-77FE74624246}"/>
                </a:ext>
              </a:extLst>
            </p:cNvPr>
            <p:cNvPicPr>
              <a:picLocks noChangeAspect="1"/>
            </p:cNvPicPr>
            <p:nvPr/>
          </p:nvPicPr>
          <p:blipFill>
            <a:blip r:embed="rId7"/>
            <a:stretch>
              <a:fillRect/>
            </a:stretch>
          </p:blipFill>
          <p:spPr>
            <a:xfrm>
              <a:off x="7656368" y="6149852"/>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22" name="Rectangle 21">
            <a:extLst>
              <a:ext uri="{FF2B5EF4-FFF2-40B4-BE49-F238E27FC236}">
                <a16:creationId xmlns:a16="http://schemas.microsoft.com/office/drawing/2014/main" id="{BE79B16D-425B-C934-820B-3CE98EA43150}"/>
              </a:ext>
            </a:extLst>
          </p:cNvPr>
          <p:cNvSpPr/>
          <p:nvPr/>
        </p:nvSpPr>
        <p:spPr>
          <a:xfrm>
            <a:off x="8956886" y="6536907"/>
            <a:ext cx="3242639" cy="311568"/>
          </a:xfrm>
          <a:prstGeom prst="rect">
            <a:avLst/>
          </a:prstGeom>
          <a:solidFill>
            <a:srgbClr val="FFFFFF"/>
          </a:solidFill>
          <a:ln w="12332" cap="flat">
            <a:solidFill>
              <a:srgbClr val="000000"/>
            </a:solidFill>
            <a:prstDash val="solid"/>
            <a:miter/>
          </a:ln>
        </p:spPr>
        <p:txBody>
          <a:bodyPr/>
          <a:lstStyle/>
          <a:p>
            <a:endParaRPr lang="en-US"/>
          </a:p>
        </p:txBody>
      </p:sp>
      <p:sp>
        <p:nvSpPr>
          <p:cNvPr id="23" name="Rectangle 22">
            <a:extLst>
              <a:ext uri="{FF2B5EF4-FFF2-40B4-BE49-F238E27FC236}">
                <a16:creationId xmlns:a16="http://schemas.microsoft.com/office/drawing/2014/main" id="{B8FFA526-970D-5660-358E-5FC540921E46}"/>
              </a:ext>
            </a:extLst>
          </p:cNvPr>
          <p:cNvSpPr/>
          <p:nvPr/>
        </p:nvSpPr>
        <p:spPr>
          <a:xfrm>
            <a:off x="9012356" y="6507234"/>
            <a:ext cx="1970993" cy="296731"/>
          </a:xfrm>
          <a:prstGeom prst="rect">
            <a:avLst/>
          </a:prstGeom>
          <a:noFill/>
          <a:ln w="12332" cap="flat">
            <a:noFill/>
            <a:prstDash val="solid"/>
            <a:miter/>
          </a:ln>
        </p:spPr>
        <p:txBody>
          <a:bodyPr/>
          <a:lstStyle/>
          <a:p>
            <a:endParaRPr lang="en-US"/>
          </a:p>
        </p:txBody>
      </p:sp>
      <p:sp>
        <p:nvSpPr>
          <p:cNvPr id="24" name="TextBox 23">
            <a:extLst>
              <a:ext uri="{FF2B5EF4-FFF2-40B4-BE49-F238E27FC236}">
                <a16:creationId xmlns:a16="http://schemas.microsoft.com/office/drawing/2014/main" id="{59E9DD96-2498-89A8-3755-6B1AFA9D095B}"/>
              </a:ext>
            </a:extLst>
          </p:cNvPr>
          <p:cNvSpPr txBox="1"/>
          <p:nvPr/>
        </p:nvSpPr>
        <p:spPr>
          <a:xfrm>
            <a:off x="8928767" y="6097193"/>
            <a:ext cx="3031320" cy="430887"/>
          </a:xfrm>
          <a:prstGeom prst="rect">
            <a:avLst/>
          </a:prstGeom>
          <a:noFill/>
        </p:spPr>
        <p:txBody>
          <a:bodyPr wrap="square">
            <a:spAutoFit/>
          </a:bodyPr>
          <a:lstStyle/>
          <a:p>
            <a:r>
              <a:rPr lang="en-US" sz="1100" dirty="0">
                <a:latin typeface="+mj-lt"/>
              </a:rPr>
              <a:t>I need to search for "Arm &amp; Hammer Toothpaste" using the search bar to locate the product page.</a:t>
            </a:r>
          </a:p>
        </p:txBody>
      </p:sp>
      <p:sp>
        <p:nvSpPr>
          <p:cNvPr id="25" name="TextBox 24">
            <a:extLst>
              <a:ext uri="{FF2B5EF4-FFF2-40B4-BE49-F238E27FC236}">
                <a16:creationId xmlns:a16="http://schemas.microsoft.com/office/drawing/2014/main" id="{06219D9A-9F37-9405-6F73-860A9F17386F}"/>
              </a:ext>
            </a:extLst>
          </p:cNvPr>
          <p:cNvSpPr txBox="1"/>
          <p:nvPr/>
        </p:nvSpPr>
        <p:spPr>
          <a:xfrm>
            <a:off x="11837165" y="5833196"/>
            <a:ext cx="255645" cy="276999"/>
          </a:xfrm>
          <a:prstGeom prst="rect">
            <a:avLst/>
          </a:prstGeom>
          <a:noFill/>
        </p:spPr>
        <p:txBody>
          <a:bodyPr wrap="square">
            <a:spAutoFit/>
          </a:bodyPr>
          <a:lstStyle/>
          <a:p>
            <a:r>
              <a:rPr lang="en-US" sz="1200" dirty="0">
                <a:latin typeface="+mj-lt"/>
              </a:rPr>
              <a:t>1</a:t>
            </a:r>
          </a:p>
        </p:txBody>
      </p:sp>
      <p:sp>
        <p:nvSpPr>
          <p:cNvPr id="26" name="TextBox 25">
            <a:extLst>
              <a:ext uri="{FF2B5EF4-FFF2-40B4-BE49-F238E27FC236}">
                <a16:creationId xmlns:a16="http://schemas.microsoft.com/office/drawing/2014/main" id="{4585503C-6A17-A863-0FF9-5E4034CB0DB7}"/>
              </a:ext>
            </a:extLst>
          </p:cNvPr>
          <p:cNvSpPr txBox="1"/>
          <p:nvPr/>
        </p:nvSpPr>
        <p:spPr>
          <a:xfrm>
            <a:off x="8967543" y="6557753"/>
            <a:ext cx="2713727" cy="261610"/>
          </a:xfrm>
          <a:prstGeom prst="rect">
            <a:avLst/>
          </a:prstGeom>
          <a:noFill/>
        </p:spPr>
        <p:txBody>
          <a:bodyPr wrap="square">
            <a:spAutoFit/>
          </a:bodyPr>
          <a:lstStyle/>
          <a:p>
            <a:r>
              <a:rPr lang="en-US" sz="1100" dirty="0">
                <a:latin typeface="+mj-lt"/>
              </a:rPr>
              <a:t>fill('21', 'Arm &amp; Hammer Toothpaste')</a:t>
            </a:r>
          </a:p>
        </p:txBody>
      </p:sp>
      <p:sp>
        <p:nvSpPr>
          <p:cNvPr id="27" name="TextBox 26">
            <a:extLst>
              <a:ext uri="{FF2B5EF4-FFF2-40B4-BE49-F238E27FC236}">
                <a16:creationId xmlns:a16="http://schemas.microsoft.com/office/drawing/2014/main" id="{13DF9DC0-AA2B-F7EA-CB43-39E804BAB0F5}"/>
              </a:ext>
            </a:extLst>
          </p:cNvPr>
          <p:cNvSpPr txBox="1"/>
          <p:nvPr/>
        </p:nvSpPr>
        <p:spPr>
          <a:xfrm>
            <a:off x="8769766" y="4442916"/>
            <a:ext cx="3354049" cy="769441"/>
          </a:xfrm>
          <a:prstGeom prst="rect">
            <a:avLst/>
          </a:prstGeom>
          <a:noFill/>
        </p:spPr>
        <p:txBody>
          <a:bodyPr wrap="square">
            <a:spAutoFit/>
          </a:bodyPr>
          <a:lstStyle/>
          <a:p>
            <a:r>
              <a:rPr lang="en-US" sz="1100" dirty="0">
                <a:latin typeface="+mj-lt"/>
              </a:rPr>
              <a:t>I need to find the Arm &amp; Hammer Toothpaste product page to count occurrences of "baking soda". Currently, I'm on the homepage of the </a:t>
            </a:r>
            <a:r>
              <a:rPr lang="en-US" sz="1100" dirty="0" err="1">
                <a:latin typeface="+mj-lt"/>
              </a:rPr>
              <a:t>WebShop</a:t>
            </a:r>
            <a:r>
              <a:rPr lang="en-US" sz="1100" dirty="0">
                <a:latin typeface="+mj-lt"/>
              </a:rPr>
              <a:t>. I should use the search bar to look for the product.</a:t>
            </a:r>
          </a:p>
        </p:txBody>
      </p:sp>
    </p:spTree>
    <p:extLst>
      <p:ext uri="{BB962C8B-B14F-4D97-AF65-F5344CB8AC3E}">
        <p14:creationId xmlns:p14="http://schemas.microsoft.com/office/powerpoint/2010/main" val="35925252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18970-2F93-7542-2171-16F882810E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CEA1489-BD02-D13B-042C-ADD03698467C}"/>
              </a:ext>
            </a:extLst>
          </p:cNvPr>
          <p:cNvPicPr>
            <a:picLocks noChangeAspect="1"/>
          </p:cNvPicPr>
          <p:nvPr/>
        </p:nvPicPr>
        <p:blipFill>
          <a:blip r:embed="rId3"/>
          <a:stretch>
            <a:fillRect/>
          </a:stretch>
        </p:blipFill>
        <p:spPr>
          <a:xfrm>
            <a:off x="0" y="9525"/>
            <a:ext cx="12192000" cy="6858000"/>
          </a:xfrm>
          <a:prstGeom prst="rect">
            <a:avLst/>
          </a:prstGeom>
        </p:spPr>
      </p:pic>
      <p:sp>
        <p:nvSpPr>
          <p:cNvPr id="45" name="Rectangle 44">
            <a:extLst>
              <a:ext uri="{FF2B5EF4-FFF2-40B4-BE49-F238E27FC236}">
                <a16:creationId xmlns:a16="http://schemas.microsoft.com/office/drawing/2014/main" id="{471081DA-46A5-A058-9BA8-FE02B907CB77}"/>
              </a:ext>
            </a:extLst>
          </p:cNvPr>
          <p:cNvSpPr/>
          <p:nvPr/>
        </p:nvSpPr>
        <p:spPr>
          <a:xfrm>
            <a:off x="8283037" y="4103733"/>
            <a:ext cx="844712" cy="800120"/>
          </a:xfrm>
          <a:prstGeom prst="rect">
            <a:avLst/>
          </a:prstGeom>
          <a:solidFill>
            <a:srgbClr val="1BA1E2"/>
          </a:solidFill>
          <a:ln w="12332" cap="flat">
            <a:solidFill>
              <a:srgbClr val="000000"/>
            </a:solidFill>
            <a:prstDash val="solid"/>
            <a:miter/>
          </a:ln>
        </p:spPr>
        <p:txBody>
          <a:bodyPr/>
          <a:lstStyle/>
          <a:p>
            <a:endParaRPr lang="en-US"/>
          </a:p>
        </p:txBody>
      </p:sp>
      <p:pic>
        <p:nvPicPr>
          <p:cNvPr id="46" name="Picture 45">
            <a:extLst>
              <a:ext uri="{FF2B5EF4-FFF2-40B4-BE49-F238E27FC236}">
                <a16:creationId xmlns:a16="http://schemas.microsoft.com/office/drawing/2014/main" id="{173AFC3A-D7A1-9275-0243-B0BC73DEED75}"/>
              </a:ext>
            </a:extLst>
          </p:cNvPr>
          <p:cNvPicPr>
            <a:picLocks noChangeAspect="1"/>
          </p:cNvPicPr>
          <p:nvPr/>
        </p:nvPicPr>
        <p:blipFill>
          <a:blip r:embed="rId4"/>
          <a:stretch>
            <a:fillRect/>
          </a:stretch>
        </p:blipFill>
        <p:spPr>
          <a:xfrm>
            <a:off x="8304844" y="4431904"/>
            <a:ext cx="816555"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47" name="Rectangle 46">
            <a:extLst>
              <a:ext uri="{FF2B5EF4-FFF2-40B4-BE49-F238E27FC236}">
                <a16:creationId xmlns:a16="http://schemas.microsoft.com/office/drawing/2014/main" id="{36958156-0722-22CF-83EB-9FF6ACE143B2}"/>
              </a:ext>
            </a:extLst>
          </p:cNvPr>
          <p:cNvSpPr/>
          <p:nvPr/>
        </p:nvSpPr>
        <p:spPr>
          <a:xfrm>
            <a:off x="8768590" y="4103729"/>
            <a:ext cx="3425660" cy="800122"/>
          </a:xfrm>
          <a:prstGeom prst="rect">
            <a:avLst/>
          </a:prstGeom>
          <a:solidFill>
            <a:srgbClr val="FFFFFF"/>
          </a:solidFill>
          <a:ln w="12332" cap="flat">
            <a:solidFill>
              <a:srgbClr val="000000"/>
            </a:solidFill>
            <a:prstDash val="solid"/>
            <a:miter/>
          </a:ln>
        </p:spPr>
        <p:txBody>
          <a:bodyPr/>
          <a:lstStyle/>
          <a:p>
            <a:endParaRPr lang="en-US" sz="1100" dirty="0">
              <a:latin typeface="+mj-lt"/>
            </a:endParaRPr>
          </a:p>
        </p:txBody>
      </p:sp>
      <p:sp>
        <p:nvSpPr>
          <p:cNvPr id="49" name="Rectangle 48">
            <a:extLst>
              <a:ext uri="{FF2B5EF4-FFF2-40B4-BE49-F238E27FC236}">
                <a16:creationId xmlns:a16="http://schemas.microsoft.com/office/drawing/2014/main" id="{9ACA0B70-E02C-CFA2-6611-36F915B8200E}"/>
              </a:ext>
            </a:extLst>
          </p:cNvPr>
          <p:cNvSpPr/>
          <p:nvPr/>
        </p:nvSpPr>
        <p:spPr>
          <a:xfrm>
            <a:off x="8282819" y="4908169"/>
            <a:ext cx="492934" cy="1185706"/>
          </a:xfrm>
          <a:prstGeom prst="rect">
            <a:avLst/>
          </a:prstGeom>
          <a:solidFill>
            <a:srgbClr val="6A00FF"/>
          </a:solidFill>
          <a:ln w="12332" cap="flat">
            <a:solidFill>
              <a:srgbClr val="000000"/>
            </a:solidFill>
            <a:prstDash val="solid"/>
            <a:miter/>
          </a:ln>
        </p:spPr>
        <p:txBody>
          <a:bodyPr/>
          <a:lstStyle/>
          <a:p>
            <a:endParaRPr lang="en-US" dirty="0"/>
          </a:p>
        </p:txBody>
      </p:sp>
      <p:pic>
        <p:nvPicPr>
          <p:cNvPr id="50" name="Picture 49">
            <a:extLst>
              <a:ext uri="{FF2B5EF4-FFF2-40B4-BE49-F238E27FC236}">
                <a16:creationId xmlns:a16="http://schemas.microsoft.com/office/drawing/2014/main" id="{CC97966D-8C9C-57E0-8438-F49D5B92A07B}"/>
              </a:ext>
            </a:extLst>
          </p:cNvPr>
          <p:cNvPicPr>
            <a:picLocks noChangeAspect="1"/>
          </p:cNvPicPr>
          <p:nvPr/>
        </p:nvPicPr>
        <p:blipFill>
          <a:blip r:embed="rId5"/>
          <a:stretch>
            <a:fillRect/>
          </a:stretch>
        </p:blipFill>
        <p:spPr>
          <a:xfrm>
            <a:off x="8303079" y="5418530"/>
            <a:ext cx="746273"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51" name="Rectangle 50">
            <a:extLst>
              <a:ext uri="{FF2B5EF4-FFF2-40B4-BE49-F238E27FC236}">
                <a16:creationId xmlns:a16="http://schemas.microsoft.com/office/drawing/2014/main" id="{B2F355BE-F7A6-AA2E-0627-9529A8F4CDAD}"/>
              </a:ext>
            </a:extLst>
          </p:cNvPr>
          <p:cNvSpPr/>
          <p:nvPr/>
        </p:nvSpPr>
        <p:spPr>
          <a:xfrm>
            <a:off x="8775753" y="4903851"/>
            <a:ext cx="3419856" cy="1195661"/>
          </a:xfrm>
          <a:prstGeom prst="rect">
            <a:avLst/>
          </a:prstGeom>
          <a:solidFill>
            <a:srgbClr val="FFFFFF"/>
          </a:solidFill>
          <a:ln w="12332" cap="flat">
            <a:solidFill>
              <a:srgbClr val="000000"/>
            </a:solidFill>
            <a:prstDash val="solid"/>
            <a:miter/>
          </a:ln>
        </p:spPr>
        <p:txBody>
          <a:bodyPr/>
          <a:lstStyle/>
          <a:p>
            <a:endParaRPr lang="en-US" dirty="0"/>
          </a:p>
        </p:txBody>
      </p:sp>
      <p:sp>
        <p:nvSpPr>
          <p:cNvPr id="52" name="Rectangle 51">
            <a:extLst>
              <a:ext uri="{FF2B5EF4-FFF2-40B4-BE49-F238E27FC236}">
                <a16:creationId xmlns:a16="http://schemas.microsoft.com/office/drawing/2014/main" id="{3A4C9D4E-70D1-1490-91E7-201C91997CA2}"/>
              </a:ext>
            </a:extLst>
          </p:cNvPr>
          <p:cNvSpPr/>
          <p:nvPr/>
        </p:nvSpPr>
        <p:spPr>
          <a:xfrm>
            <a:off x="8811832" y="5173727"/>
            <a:ext cx="2430605" cy="741829"/>
          </a:xfrm>
          <a:prstGeom prst="rect">
            <a:avLst/>
          </a:prstGeom>
          <a:noFill/>
          <a:ln w="12332" cap="flat">
            <a:noFill/>
            <a:prstDash val="solid"/>
            <a:miter/>
          </a:ln>
        </p:spPr>
        <p:txBody>
          <a:bodyPr/>
          <a:lstStyle/>
          <a:p>
            <a:endParaRPr lang="en-US"/>
          </a:p>
        </p:txBody>
      </p:sp>
      <p:sp>
        <p:nvSpPr>
          <p:cNvPr id="53" name="Rectangle 52">
            <a:extLst>
              <a:ext uri="{FF2B5EF4-FFF2-40B4-BE49-F238E27FC236}">
                <a16:creationId xmlns:a16="http://schemas.microsoft.com/office/drawing/2014/main" id="{C90EE8F5-F94A-FB58-F2AB-E4F76061561D}"/>
              </a:ext>
            </a:extLst>
          </p:cNvPr>
          <p:cNvSpPr/>
          <p:nvPr/>
        </p:nvSpPr>
        <p:spPr>
          <a:xfrm>
            <a:off x="11739389" y="5531831"/>
            <a:ext cx="460136" cy="296731"/>
          </a:xfrm>
          <a:prstGeom prst="rect">
            <a:avLst/>
          </a:prstGeom>
          <a:solidFill>
            <a:srgbClr val="6A00FF"/>
          </a:solidFill>
          <a:ln w="12332" cap="flat">
            <a:solidFill>
              <a:srgbClr val="000000"/>
            </a:solidFill>
            <a:prstDash val="solid"/>
            <a:miter/>
          </a:ln>
        </p:spPr>
        <p:txBody>
          <a:bodyPr/>
          <a:lstStyle/>
          <a:p>
            <a:endParaRPr lang="en-US"/>
          </a:p>
        </p:txBody>
      </p:sp>
      <p:pic>
        <p:nvPicPr>
          <p:cNvPr id="54" name="Picture 53">
            <a:extLst>
              <a:ext uri="{FF2B5EF4-FFF2-40B4-BE49-F238E27FC236}">
                <a16:creationId xmlns:a16="http://schemas.microsoft.com/office/drawing/2014/main" id="{EE91F9B3-AB19-3EFC-84D3-29DC322C36F8}"/>
              </a:ext>
            </a:extLst>
          </p:cNvPr>
          <p:cNvPicPr>
            <a:picLocks noChangeAspect="1"/>
          </p:cNvPicPr>
          <p:nvPr/>
        </p:nvPicPr>
        <p:blipFill>
          <a:blip r:embed="rId6"/>
          <a:stretch>
            <a:fillRect/>
          </a:stretch>
        </p:blipFill>
        <p:spPr>
          <a:xfrm>
            <a:off x="11801112" y="5590140"/>
            <a:ext cx="743478" cy="252221"/>
          </a:xfrm>
          <a:custGeom>
            <a:avLst/>
            <a:gdLst>
              <a:gd name="csX0" fmla="*/ 0 w 641416"/>
              <a:gd name="csY0" fmla="*/ 0 h 209693"/>
              <a:gd name="csX1" fmla="*/ 641417 w 641416"/>
              <a:gd name="csY1" fmla="*/ 0 h 209693"/>
              <a:gd name="csX2" fmla="*/ 641417 w 641416"/>
              <a:gd name="csY2" fmla="*/ 209694 h 209693"/>
              <a:gd name="csX3" fmla="*/ 0 w 641416"/>
              <a:gd name="csY3" fmla="*/ 209694 h 209693"/>
            </a:gdLst>
            <a:ahLst/>
            <a:cxnLst>
              <a:cxn ang="0">
                <a:pos x="csX0" y="csY0"/>
              </a:cxn>
              <a:cxn ang="0">
                <a:pos x="csX1" y="csY1"/>
              </a:cxn>
              <a:cxn ang="0">
                <a:pos x="csX2" y="csY2"/>
              </a:cxn>
              <a:cxn ang="0">
                <a:pos x="csX3" y="csY3"/>
              </a:cxn>
            </a:cxnLst>
            <a:rect l="l" t="t" r="r" b="b"/>
            <a:pathLst>
              <a:path w="641416" h="209693">
                <a:moveTo>
                  <a:pt x="0" y="0"/>
                </a:moveTo>
                <a:lnTo>
                  <a:pt x="641417" y="0"/>
                </a:lnTo>
                <a:lnTo>
                  <a:pt x="641417" y="209694"/>
                </a:lnTo>
                <a:lnTo>
                  <a:pt x="0" y="209694"/>
                </a:lnTo>
                <a:close/>
              </a:path>
            </a:pathLst>
          </a:custGeom>
        </p:spPr>
      </p:pic>
      <p:sp>
        <p:nvSpPr>
          <p:cNvPr id="55" name="Rectangle 54">
            <a:extLst>
              <a:ext uri="{FF2B5EF4-FFF2-40B4-BE49-F238E27FC236}">
                <a16:creationId xmlns:a16="http://schemas.microsoft.com/office/drawing/2014/main" id="{A6F82E6D-53F0-844F-B866-2B9A87B9EE5C}"/>
              </a:ext>
            </a:extLst>
          </p:cNvPr>
          <p:cNvSpPr/>
          <p:nvPr/>
        </p:nvSpPr>
        <p:spPr>
          <a:xfrm>
            <a:off x="11739389" y="5822921"/>
            <a:ext cx="460136" cy="273761"/>
          </a:xfrm>
          <a:prstGeom prst="rect">
            <a:avLst/>
          </a:prstGeom>
          <a:solidFill>
            <a:srgbClr val="FFFFFF"/>
          </a:solidFill>
          <a:ln w="12332" cap="flat">
            <a:solidFill>
              <a:srgbClr val="000000"/>
            </a:solidFill>
            <a:prstDash val="solid"/>
            <a:miter/>
          </a:ln>
        </p:spPr>
        <p:txBody>
          <a:bodyPr/>
          <a:lstStyle/>
          <a:p>
            <a:endParaRPr lang="en-US"/>
          </a:p>
        </p:txBody>
      </p:sp>
      <p:grpSp>
        <p:nvGrpSpPr>
          <p:cNvPr id="57" name="Graphic 8">
            <a:extLst>
              <a:ext uri="{FF2B5EF4-FFF2-40B4-BE49-F238E27FC236}">
                <a16:creationId xmlns:a16="http://schemas.microsoft.com/office/drawing/2014/main" id="{79684BD3-94C3-4D7D-73BF-33BFCEC4436C}"/>
              </a:ext>
            </a:extLst>
          </p:cNvPr>
          <p:cNvGrpSpPr/>
          <p:nvPr/>
        </p:nvGrpSpPr>
        <p:grpSpPr>
          <a:xfrm>
            <a:off x="8281963" y="6103829"/>
            <a:ext cx="858049" cy="445097"/>
            <a:chOff x="7637866" y="5668789"/>
            <a:chExt cx="740096" cy="370047"/>
          </a:xfrm>
          <a:solidFill>
            <a:srgbClr val="A20025"/>
          </a:solidFill>
        </p:grpSpPr>
        <p:sp>
          <p:nvSpPr>
            <p:cNvPr id="60" name="Rectangle 59">
              <a:extLst>
                <a:ext uri="{FF2B5EF4-FFF2-40B4-BE49-F238E27FC236}">
                  <a16:creationId xmlns:a16="http://schemas.microsoft.com/office/drawing/2014/main" id="{83C7929D-8F74-0FA4-6A9F-C19C25F4F91B}"/>
                </a:ext>
              </a:extLst>
            </p:cNvPr>
            <p:cNvSpPr/>
            <p:nvPr/>
          </p:nvSpPr>
          <p:spPr>
            <a:xfrm>
              <a:off x="7637866" y="5668789"/>
              <a:ext cx="740096" cy="370047"/>
            </a:xfrm>
            <a:prstGeom prst="rect">
              <a:avLst/>
            </a:prstGeom>
            <a:solidFill>
              <a:srgbClr val="A20025"/>
            </a:solidFill>
            <a:ln w="12332" cap="flat">
              <a:solidFill>
                <a:srgbClr val="000000"/>
              </a:solidFill>
              <a:prstDash val="solid"/>
              <a:miter/>
            </a:ln>
          </p:spPr>
          <p:txBody>
            <a:bodyPr/>
            <a:lstStyle/>
            <a:p>
              <a:endParaRPr lang="en-US"/>
            </a:p>
          </p:txBody>
        </p:sp>
        <p:pic>
          <p:nvPicPr>
            <p:cNvPr id="61" name="Picture 60">
              <a:extLst>
                <a:ext uri="{FF2B5EF4-FFF2-40B4-BE49-F238E27FC236}">
                  <a16:creationId xmlns:a16="http://schemas.microsoft.com/office/drawing/2014/main" id="{20EC3575-AE0F-AFC6-1B9F-8D70BEADF6AA}"/>
                </a:ext>
              </a:extLst>
            </p:cNvPr>
            <p:cNvPicPr>
              <a:picLocks noChangeAspect="1"/>
            </p:cNvPicPr>
            <p:nvPr/>
          </p:nvPicPr>
          <p:blipFill>
            <a:blip r:embed="rId7"/>
            <a:stretch>
              <a:fillRect/>
            </a:stretch>
          </p:blipFill>
          <p:spPr>
            <a:xfrm>
              <a:off x="7656368" y="5767469"/>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58" name="Rectangle 57">
            <a:extLst>
              <a:ext uri="{FF2B5EF4-FFF2-40B4-BE49-F238E27FC236}">
                <a16:creationId xmlns:a16="http://schemas.microsoft.com/office/drawing/2014/main" id="{9FD4DC0C-DA36-B2FB-AD26-91781D3295BE}"/>
              </a:ext>
            </a:extLst>
          </p:cNvPr>
          <p:cNvSpPr/>
          <p:nvPr/>
        </p:nvSpPr>
        <p:spPr>
          <a:xfrm>
            <a:off x="8967543" y="6103829"/>
            <a:ext cx="3231982" cy="445097"/>
          </a:xfrm>
          <a:prstGeom prst="rect">
            <a:avLst/>
          </a:prstGeom>
          <a:solidFill>
            <a:srgbClr val="FFFFFF"/>
          </a:solidFill>
          <a:ln w="12332" cap="flat">
            <a:solidFill>
              <a:srgbClr val="000000"/>
            </a:solidFill>
            <a:prstDash val="solid"/>
            <a:miter/>
          </a:ln>
        </p:spPr>
        <p:txBody>
          <a:bodyPr/>
          <a:lstStyle/>
          <a:p>
            <a:endParaRPr lang="en-US"/>
          </a:p>
        </p:txBody>
      </p:sp>
      <p:sp>
        <p:nvSpPr>
          <p:cNvPr id="59" name="Rectangle 58">
            <a:extLst>
              <a:ext uri="{FF2B5EF4-FFF2-40B4-BE49-F238E27FC236}">
                <a16:creationId xmlns:a16="http://schemas.microsoft.com/office/drawing/2014/main" id="{6B05BC6A-C905-5DCE-1185-140857F86FA7}"/>
              </a:ext>
            </a:extLst>
          </p:cNvPr>
          <p:cNvSpPr/>
          <p:nvPr/>
        </p:nvSpPr>
        <p:spPr>
          <a:xfrm>
            <a:off x="9010446" y="6074157"/>
            <a:ext cx="3132735" cy="445097"/>
          </a:xfrm>
          <a:prstGeom prst="rect">
            <a:avLst/>
          </a:prstGeom>
          <a:noFill/>
          <a:ln w="12332" cap="flat">
            <a:noFill/>
            <a:prstDash val="solid"/>
            <a:miter/>
          </a:ln>
        </p:spPr>
        <p:txBody>
          <a:bodyPr/>
          <a:lstStyle/>
          <a:p>
            <a:endParaRPr lang="en-US"/>
          </a:p>
        </p:txBody>
      </p:sp>
      <p:sp>
        <p:nvSpPr>
          <p:cNvPr id="62" name="TextBox 61">
            <a:extLst>
              <a:ext uri="{FF2B5EF4-FFF2-40B4-BE49-F238E27FC236}">
                <a16:creationId xmlns:a16="http://schemas.microsoft.com/office/drawing/2014/main" id="{CFB4DD15-8770-AB75-1AF5-9B371771E4A9}"/>
              </a:ext>
            </a:extLst>
          </p:cNvPr>
          <p:cNvSpPr txBox="1"/>
          <p:nvPr/>
        </p:nvSpPr>
        <p:spPr>
          <a:xfrm>
            <a:off x="8755434" y="4862314"/>
            <a:ext cx="3377986" cy="1277273"/>
          </a:xfrm>
          <a:prstGeom prst="rect">
            <a:avLst/>
          </a:prstGeom>
          <a:noFill/>
        </p:spPr>
        <p:txBody>
          <a:bodyPr wrap="square">
            <a:spAutoFit/>
          </a:bodyPr>
          <a:lstStyle/>
          <a:p>
            <a:r>
              <a:rPr lang="en-US" sz="1100" dirty="0">
                <a:latin typeface="+mj-lt"/>
              </a:rPr>
              <a:t>1. Use the Wiki search box to search for "China".</a:t>
            </a:r>
          </a:p>
          <a:p>
            <a:r>
              <a:rPr lang="en-US" sz="1100" dirty="0">
                <a:latin typeface="+mj-lt"/>
              </a:rPr>
              <a:t>2. Open the China article.</a:t>
            </a:r>
          </a:p>
          <a:p>
            <a:r>
              <a:rPr lang="en-US" sz="1100" dirty="0">
                <a:latin typeface="+mj-lt"/>
              </a:rPr>
              <a:t>3. Find and click the Hong Kong link; note its population.</a:t>
            </a:r>
          </a:p>
          <a:p>
            <a:r>
              <a:rPr lang="en-US" sz="1100" dirty="0">
                <a:latin typeface="+mj-lt"/>
              </a:rPr>
              <a:t>4. Go back to China page; find and click Macau;</a:t>
            </a:r>
          </a:p>
          <a:p>
            <a:r>
              <a:rPr lang="en-US" sz="1100" dirty="0">
                <a:latin typeface="+mj-lt"/>
              </a:rPr>
              <a:t>note its population.</a:t>
            </a:r>
          </a:p>
          <a:p>
            <a:r>
              <a:rPr lang="en-US" sz="1100" dirty="0">
                <a:latin typeface="+mj-lt"/>
              </a:rPr>
              <a:t>5. Compute absolute difference and send the</a:t>
            </a:r>
          </a:p>
          <a:p>
            <a:r>
              <a:rPr lang="en-US" sz="1100" dirty="0">
                <a:latin typeface="+mj-lt"/>
              </a:rPr>
              <a:t>required message.</a:t>
            </a:r>
          </a:p>
        </p:txBody>
      </p:sp>
      <p:grpSp>
        <p:nvGrpSpPr>
          <p:cNvPr id="64" name="Graphic 8">
            <a:extLst>
              <a:ext uri="{FF2B5EF4-FFF2-40B4-BE49-F238E27FC236}">
                <a16:creationId xmlns:a16="http://schemas.microsoft.com/office/drawing/2014/main" id="{A459143B-3793-7113-087E-61D57434EBB8}"/>
              </a:ext>
            </a:extLst>
          </p:cNvPr>
          <p:cNvGrpSpPr/>
          <p:nvPr/>
        </p:nvGrpSpPr>
        <p:grpSpPr>
          <a:xfrm>
            <a:off x="8281962" y="6536907"/>
            <a:ext cx="844712" cy="311568"/>
            <a:chOff x="7637866" y="6112847"/>
            <a:chExt cx="740096" cy="259033"/>
          </a:xfrm>
          <a:solidFill>
            <a:srgbClr val="60A917"/>
          </a:solidFill>
        </p:grpSpPr>
        <p:sp>
          <p:nvSpPr>
            <p:cNvPr id="67" name="Rectangle 66">
              <a:extLst>
                <a:ext uri="{FF2B5EF4-FFF2-40B4-BE49-F238E27FC236}">
                  <a16:creationId xmlns:a16="http://schemas.microsoft.com/office/drawing/2014/main" id="{A2BC1D48-9BDE-796E-45F5-AD65C1D97F9B}"/>
                </a:ext>
              </a:extLst>
            </p:cNvPr>
            <p:cNvSpPr/>
            <p:nvPr/>
          </p:nvSpPr>
          <p:spPr>
            <a:xfrm>
              <a:off x="7637866" y="6112847"/>
              <a:ext cx="740096" cy="259033"/>
            </a:xfrm>
            <a:prstGeom prst="rect">
              <a:avLst/>
            </a:prstGeom>
            <a:solidFill>
              <a:srgbClr val="60A917"/>
            </a:solidFill>
            <a:ln w="12332" cap="flat">
              <a:solidFill>
                <a:srgbClr val="000000"/>
              </a:solidFill>
              <a:prstDash val="solid"/>
              <a:miter/>
            </a:ln>
          </p:spPr>
          <p:txBody>
            <a:bodyPr/>
            <a:lstStyle/>
            <a:p>
              <a:endParaRPr lang="en-US"/>
            </a:p>
          </p:txBody>
        </p:sp>
        <p:pic>
          <p:nvPicPr>
            <p:cNvPr id="68" name="Picture 67">
              <a:extLst>
                <a:ext uri="{FF2B5EF4-FFF2-40B4-BE49-F238E27FC236}">
                  <a16:creationId xmlns:a16="http://schemas.microsoft.com/office/drawing/2014/main" id="{C21E454B-08B9-91B2-235A-E81CE4E2A801}"/>
                </a:ext>
              </a:extLst>
            </p:cNvPr>
            <p:cNvPicPr>
              <a:picLocks noChangeAspect="1"/>
            </p:cNvPicPr>
            <p:nvPr/>
          </p:nvPicPr>
          <p:blipFill>
            <a:blip r:embed="rId8"/>
            <a:stretch>
              <a:fillRect/>
            </a:stretch>
          </p:blipFill>
          <p:spPr>
            <a:xfrm>
              <a:off x="7656368" y="6149852"/>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65" name="Rectangle 64">
            <a:extLst>
              <a:ext uri="{FF2B5EF4-FFF2-40B4-BE49-F238E27FC236}">
                <a16:creationId xmlns:a16="http://schemas.microsoft.com/office/drawing/2014/main" id="{59ED624D-D1F6-1A7B-8F4A-78380171F819}"/>
              </a:ext>
            </a:extLst>
          </p:cNvPr>
          <p:cNvSpPr/>
          <p:nvPr/>
        </p:nvSpPr>
        <p:spPr>
          <a:xfrm>
            <a:off x="8956886" y="6536907"/>
            <a:ext cx="3242639" cy="311568"/>
          </a:xfrm>
          <a:prstGeom prst="rect">
            <a:avLst/>
          </a:prstGeom>
          <a:solidFill>
            <a:srgbClr val="FFFFFF"/>
          </a:solidFill>
          <a:ln w="12332" cap="flat">
            <a:solidFill>
              <a:srgbClr val="000000"/>
            </a:solidFill>
            <a:prstDash val="solid"/>
            <a:miter/>
          </a:ln>
        </p:spPr>
        <p:txBody>
          <a:bodyPr/>
          <a:lstStyle/>
          <a:p>
            <a:endParaRPr lang="en-US"/>
          </a:p>
        </p:txBody>
      </p:sp>
      <p:sp>
        <p:nvSpPr>
          <p:cNvPr id="66" name="Rectangle 65">
            <a:extLst>
              <a:ext uri="{FF2B5EF4-FFF2-40B4-BE49-F238E27FC236}">
                <a16:creationId xmlns:a16="http://schemas.microsoft.com/office/drawing/2014/main" id="{CD9A6E1E-627E-9FED-E4FD-DF9AA650B5E2}"/>
              </a:ext>
            </a:extLst>
          </p:cNvPr>
          <p:cNvSpPr/>
          <p:nvPr/>
        </p:nvSpPr>
        <p:spPr>
          <a:xfrm>
            <a:off x="9012356" y="6507234"/>
            <a:ext cx="1970993" cy="296731"/>
          </a:xfrm>
          <a:prstGeom prst="rect">
            <a:avLst/>
          </a:prstGeom>
          <a:noFill/>
          <a:ln w="12332" cap="flat">
            <a:noFill/>
            <a:prstDash val="solid"/>
            <a:miter/>
          </a:ln>
        </p:spPr>
        <p:txBody>
          <a:bodyPr/>
          <a:lstStyle/>
          <a:p>
            <a:endParaRPr lang="en-US"/>
          </a:p>
        </p:txBody>
      </p:sp>
      <p:sp>
        <p:nvSpPr>
          <p:cNvPr id="69" name="TextBox 68">
            <a:extLst>
              <a:ext uri="{FF2B5EF4-FFF2-40B4-BE49-F238E27FC236}">
                <a16:creationId xmlns:a16="http://schemas.microsoft.com/office/drawing/2014/main" id="{362F280F-E148-6658-7DD1-EFE5D2C159D6}"/>
              </a:ext>
            </a:extLst>
          </p:cNvPr>
          <p:cNvSpPr txBox="1"/>
          <p:nvPr/>
        </p:nvSpPr>
        <p:spPr>
          <a:xfrm>
            <a:off x="8930213" y="6178011"/>
            <a:ext cx="3242638" cy="261610"/>
          </a:xfrm>
          <a:prstGeom prst="rect">
            <a:avLst/>
          </a:prstGeom>
          <a:noFill/>
        </p:spPr>
        <p:txBody>
          <a:bodyPr wrap="square">
            <a:spAutoFit/>
          </a:bodyPr>
          <a:lstStyle/>
          <a:p>
            <a:r>
              <a:rPr lang="en-US" sz="1100" dirty="0">
                <a:latin typeface="+mj-lt"/>
              </a:rPr>
              <a:t>Opened Wiki homepage; ready to search for "China".</a:t>
            </a:r>
          </a:p>
        </p:txBody>
      </p:sp>
      <p:sp>
        <p:nvSpPr>
          <p:cNvPr id="70" name="TextBox 69">
            <a:extLst>
              <a:ext uri="{FF2B5EF4-FFF2-40B4-BE49-F238E27FC236}">
                <a16:creationId xmlns:a16="http://schemas.microsoft.com/office/drawing/2014/main" id="{03AD71E4-E3C0-E800-BC9E-3C2C2FEBB49A}"/>
              </a:ext>
            </a:extLst>
          </p:cNvPr>
          <p:cNvSpPr txBox="1"/>
          <p:nvPr/>
        </p:nvSpPr>
        <p:spPr>
          <a:xfrm>
            <a:off x="11837165" y="5833196"/>
            <a:ext cx="255645" cy="276999"/>
          </a:xfrm>
          <a:prstGeom prst="rect">
            <a:avLst/>
          </a:prstGeom>
          <a:noFill/>
        </p:spPr>
        <p:txBody>
          <a:bodyPr wrap="square">
            <a:spAutoFit/>
          </a:bodyPr>
          <a:lstStyle/>
          <a:p>
            <a:r>
              <a:rPr lang="en-US" sz="1200" dirty="0">
                <a:latin typeface="+mj-lt"/>
              </a:rPr>
              <a:t>1</a:t>
            </a:r>
          </a:p>
        </p:txBody>
      </p:sp>
      <p:sp>
        <p:nvSpPr>
          <p:cNvPr id="71" name="TextBox 70">
            <a:extLst>
              <a:ext uri="{FF2B5EF4-FFF2-40B4-BE49-F238E27FC236}">
                <a16:creationId xmlns:a16="http://schemas.microsoft.com/office/drawing/2014/main" id="{4C176782-8F2A-9501-4F5E-9C2E77271586}"/>
              </a:ext>
            </a:extLst>
          </p:cNvPr>
          <p:cNvSpPr txBox="1"/>
          <p:nvPr/>
        </p:nvSpPr>
        <p:spPr>
          <a:xfrm>
            <a:off x="8967543" y="6557753"/>
            <a:ext cx="2713727" cy="261610"/>
          </a:xfrm>
          <a:prstGeom prst="rect">
            <a:avLst/>
          </a:prstGeom>
          <a:noFill/>
        </p:spPr>
        <p:txBody>
          <a:bodyPr wrap="square">
            <a:spAutoFit/>
          </a:bodyPr>
          <a:lstStyle/>
          <a:p>
            <a:r>
              <a:rPr lang="en-US" sz="1100" dirty="0">
                <a:latin typeface="+mj-lt"/>
              </a:rPr>
              <a:t>fill('161', 'China')</a:t>
            </a:r>
          </a:p>
        </p:txBody>
      </p:sp>
      <p:sp>
        <p:nvSpPr>
          <p:cNvPr id="72" name="TextBox 71">
            <a:extLst>
              <a:ext uri="{FF2B5EF4-FFF2-40B4-BE49-F238E27FC236}">
                <a16:creationId xmlns:a16="http://schemas.microsoft.com/office/drawing/2014/main" id="{8C2F2876-D066-BB59-8670-36C88211E860}"/>
              </a:ext>
            </a:extLst>
          </p:cNvPr>
          <p:cNvSpPr txBox="1"/>
          <p:nvPr/>
        </p:nvSpPr>
        <p:spPr>
          <a:xfrm>
            <a:off x="8763634" y="4141309"/>
            <a:ext cx="3354049" cy="769441"/>
          </a:xfrm>
          <a:prstGeom prst="rect">
            <a:avLst/>
          </a:prstGeom>
          <a:noFill/>
        </p:spPr>
        <p:txBody>
          <a:bodyPr wrap="square">
            <a:spAutoFit/>
          </a:bodyPr>
          <a:lstStyle/>
          <a:p>
            <a:r>
              <a:rPr lang="en-US" sz="1100" dirty="0">
                <a:latin typeface="+mj-lt"/>
              </a:rPr>
              <a:t>I need to search for "China" on the local Wiki, then navigate to the Hong Kong and Macau pages to find their populations and compute the difference. I'll use the search box on the current Wiki homepage.</a:t>
            </a:r>
          </a:p>
        </p:txBody>
      </p:sp>
    </p:spTree>
    <p:extLst>
      <p:ext uri="{BB962C8B-B14F-4D97-AF65-F5344CB8AC3E}">
        <p14:creationId xmlns:p14="http://schemas.microsoft.com/office/powerpoint/2010/main" val="190452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bg/>
                                          </p:spTgt>
                                        </p:tgtEl>
                                        <p:attrNameLst>
                                          <p:attrName>style.visibility</p:attrName>
                                        </p:attrNameLst>
                                      </p:cBhvr>
                                      <p:to>
                                        <p:strVal val="visible"/>
                                      </p:to>
                                    </p:set>
                                    <p:animEffect transition="in" filter="fade">
                                      <p:cBhvr>
                                        <p:cTn id="7" dur="500"/>
                                        <p:tgtEl>
                                          <p:spTgt spid="47">
                                            <p:bg/>
                                          </p:spTgt>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47">
                                            <p:txEl>
                                              <p:pRg st="0" end="0"/>
                                            </p:txEl>
                                          </p:spTgt>
                                        </p:tgtEl>
                                        <p:attrNameLst>
                                          <p:attrName>style.visibility</p:attrName>
                                        </p:attrNameLst>
                                      </p:cBhvr>
                                      <p:to>
                                        <p:strVal val="visible"/>
                                      </p:to>
                                    </p:set>
                                    <p:animEffect transition="in" filter="fade">
                                      <p:cBhvr>
                                        <p:cTn id="10" dur="500"/>
                                        <p:tgtEl>
                                          <p:spTgt spid="47">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iterate type="wd">
                                    <p:tmPct val="10000"/>
                                  </p:iterate>
                                  <p:childTnLst>
                                    <p:set>
                                      <p:cBhvr>
                                        <p:cTn id="20" dur="1" fill="hold">
                                          <p:stCondLst>
                                            <p:cond delay="0"/>
                                          </p:stCondLst>
                                        </p:cTn>
                                        <p:tgtEl>
                                          <p:spTgt spid="72">
                                            <p:txEl>
                                              <p:pRg st="0" end="0"/>
                                            </p:txEl>
                                          </p:spTgt>
                                        </p:tgtEl>
                                        <p:attrNameLst>
                                          <p:attrName>style.visibility</p:attrName>
                                        </p:attrNameLst>
                                      </p:cBhvr>
                                      <p:to>
                                        <p:strVal val="visible"/>
                                      </p:to>
                                    </p:set>
                                    <p:animEffect transition="in" filter="fade">
                                      <p:cBhvr>
                                        <p:cTn id="21" dur="1000"/>
                                        <p:tgtEl>
                                          <p:spTgt spid="7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1"/>
                                        </p:tgtEl>
                                        <p:attrNameLst>
                                          <p:attrName>style.visibility</p:attrName>
                                        </p:attrNameLst>
                                      </p:cBhvr>
                                      <p:to>
                                        <p:strVal val="visible"/>
                                      </p:to>
                                    </p:set>
                                    <p:animEffect transition="in" filter="fade">
                                      <p:cBhvr>
                                        <p:cTn id="26" dur="500"/>
                                        <p:tgtEl>
                                          <p:spTgt spid="5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fade">
                                      <p:cBhvr>
                                        <p:cTn id="29" dur="500"/>
                                        <p:tgtEl>
                                          <p:spTgt spid="49"/>
                                        </p:tgtEl>
                                      </p:cBhvr>
                                    </p:animEffect>
                                  </p:childTnLst>
                                </p:cTn>
                              </p:par>
                              <p:par>
                                <p:cTn id="30" presetID="10" presetClass="entr" presetSubtype="0" fill="hold" nodeType="with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500"/>
                                        <p:tgtEl>
                                          <p:spTgt spid="5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iterate type="wd">
                                    <p:tmPct val="10000"/>
                                  </p:iterate>
                                  <p:childTnLst>
                                    <p:set>
                                      <p:cBhvr>
                                        <p:cTn id="36" dur="1" fill="hold">
                                          <p:stCondLst>
                                            <p:cond delay="0"/>
                                          </p:stCondLst>
                                        </p:cTn>
                                        <p:tgtEl>
                                          <p:spTgt spid="62"/>
                                        </p:tgtEl>
                                        <p:attrNameLst>
                                          <p:attrName>style.visibility</p:attrName>
                                        </p:attrNameLst>
                                      </p:cBhvr>
                                      <p:to>
                                        <p:strVal val="visible"/>
                                      </p:to>
                                    </p:set>
                                    <p:animEffect transition="in" filter="fade">
                                      <p:cBhvr>
                                        <p:cTn id="37" dur="10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fade">
                                      <p:cBhvr>
                                        <p:cTn id="42" dur="500"/>
                                        <p:tgtEl>
                                          <p:spTgt spid="5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fade">
                                      <p:cBhvr>
                                        <p:cTn id="48" dur="500"/>
                                        <p:tgtEl>
                                          <p:spTgt spid="5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fade">
                                      <p:cBhvr>
                                        <p:cTn id="53" dur="500"/>
                                        <p:tgtEl>
                                          <p:spTgt spid="7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500"/>
                                        <p:tgtEl>
                                          <p:spTgt spid="5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fade">
                                      <p:cBhvr>
                                        <p:cTn id="61" dur="500"/>
                                        <p:tgtEl>
                                          <p:spTgt spid="58"/>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iterate type="wd">
                                    <p:tmPct val="10000"/>
                                  </p:iterate>
                                  <p:childTnLst>
                                    <p:set>
                                      <p:cBhvr>
                                        <p:cTn id="65" dur="1" fill="hold">
                                          <p:stCondLst>
                                            <p:cond delay="0"/>
                                          </p:stCondLst>
                                        </p:cTn>
                                        <p:tgtEl>
                                          <p:spTgt spid="69"/>
                                        </p:tgtEl>
                                        <p:attrNameLst>
                                          <p:attrName>style.visibility</p:attrName>
                                        </p:attrNameLst>
                                      </p:cBhvr>
                                      <p:to>
                                        <p:strVal val="visible"/>
                                      </p:to>
                                    </p:set>
                                    <p:animEffect transition="in" filter="fade">
                                      <p:cBhvr>
                                        <p:cTn id="66" dur="1000"/>
                                        <p:tgtEl>
                                          <p:spTgt spid="6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500"/>
                                        <p:tgtEl>
                                          <p:spTgt spid="65"/>
                                        </p:tgtEl>
                                      </p:cBhvr>
                                    </p:animEffect>
                                  </p:childTnLst>
                                </p:cTn>
                              </p:par>
                              <p:par>
                                <p:cTn id="72" presetID="10" presetClass="entr" presetSubtype="0" fill="hold" nodeType="withEffect">
                                  <p:stCondLst>
                                    <p:cond delay="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500"/>
                                        <p:tgtEl>
                                          <p:spTgt spid="6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iterate type="wd">
                                    <p:tmPct val="10000"/>
                                  </p:iterate>
                                  <p:childTnLst>
                                    <p:set>
                                      <p:cBhvr>
                                        <p:cTn id="78" dur="1" fill="hold">
                                          <p:stCondLst>
                                            <p:cond delay="0"/>
                                          </p:stCondLst>
                                        </p:cTn>
                                        <p:tgtEl>
                                          <p:spTgt spid="71"/>
                                        </p:tgtEl>
                                        <p:attrNameLst>
                                          <p:attrName>style.visibility</p:attrName>
                                        </p:attrNameLst>
                                      </p:cBhvr>
                                      <p:to>
                                        <p:strVal val="visible"/>
                                      </p:to>
                                    </p:set>
                                    <p:animEffect transition="in" filter="fade">
                                      <p:cBhvr>
                                        <p:cTn id="79"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7" grpId="0" build="allAtOnce" animBg="1"/>
      <p:bldP spid="49" grpId="0" animBg="1"/>
      <p:bldP spid="51" grpId="0" animBg="1"/>
      <p:bldP spid="53" grpId="0" animBg="1"/>
      <p:bldP spid="55" grpId="0" animBg="1"/>
      <p:bldP spid="58" grpId="0" animBg="1"/>
      <p:bldP spid="62" grpId="0"/>
      <p:bldP spid="65" grpId="0" animBg="1"/>
      <p:bldP spid="69" grpId="0"/>
      <p:bldP spid="70" grpId="0"/>
      <p:bldP spid="71" grpId="0"/>
      <p:bldP spid="72"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B24AFA-1A75-FC88-AFE5-D10A307AA291}"/>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FD51FDE9-CF9B-F0EC-DA9F-E18589988E27}"/>
              </a:ext>
            </a:extLst>
          </p:cNvPr>
          <p:cNvSpPr/>
          <p:nvPr/>
        </p:nvSpPr>
        <p:spPr>
          <a:xfrm>
            <a:off x="8283037" y="4103733"/>
            <a:ext cx="844712" cy="800120"/>
          </a:xfrm>
          <a:prstGeom prst="rect">
            <a:avLst/>
          </a:prstGeom>
          <a:solidFill>
            <a:srgbClr val="1BA1E2"/>
          </a:solidFill>
          <a:ln w="12332" cap="flat">
            <a:solidFill>
              <a:srgbClr val="000000"/>
            </a:solidFill>
            <a:prstDash val="solid"/>
            <a:miter/>
          </a:ln>
        </p:spPr>
        <p:txBody>
          <a:bodyPr/>
          <a:lstStyle/>
          <a:p>
            <a:endParaRPr lang="en-US"/>
          </a:p>
        </p:txBody>
      </p:sp>
      <p:pic>
        <p:nvPicPr>
          <p:cNvPr id="5" name="Picture 4">
            <a:extLst>
              <a:ext uri="{FF2B5EF4-FFF2-40B4-BE49-F238E27FC236}">
                <a16:creationId xmlns:a16="http://schemas.microsoft.com/office/drawing/2014/main" id="{B183ABCB-D47C-7F88-0E7A-70F7F2BA1452}"/>
              </a:ext>
            </a:extLst>
          </p:cNvPr>
          <p:cNvPicPr>
            <a:picLocks noChangeAspect="1"/>
          </p:cNvPicPr>
          <p:nvPr/>
        </p:nvPicPr>
        <p:blipFill>
          <a:blip r:embed="rId3"/>
          <a:stretch>
            <a:fillRect/>
          </a:stretch>
        </p:blipFill>
        <p:spPr>
          <a:xfrm>
            <a:off x="8304844" y="4431904"/>
            <a:ext cx="816555"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6" name="Rectangle 5">
            <a:extLst>
              <a:ext uri="{FF2B5EF4-FFF2-40B4-BE49-F238E27FC236}">
                <a16:creationId xmlns:a16="http://schemas.microsoft.com/office/drawing/2014/main" id="{39212FBF-B693-3F12-136D-4A1BE247971E}"/>
              </a:ext>
            </a:extLst>
          </p:cNvPr>
          <p:cNvSpPr/>
          <p:nvPr/>
        </p:nvSpPr>
        <p:spPr>
          <a:xfrm>
            <a:off x="8768590" y="4103729"/>
            <a:ext cx="3425660" cy="800122"/>
          </a:xfrm>
          <a:prstGeom prst="rect">
            <a:avLst/>
          </a:prstGeom>
          <a:solidFill>
            <a:srgbClr val="FFFFFF"/>
          </a:solidFill>
          <a:ln w="12332" cap="flat">
            <a:solidFill>
              <a:srgbClr val="000000"/>
            </a:solidFill>
            <a:prstDash val="solid"/>
            <a:miter/>
          </a:ln>
        </p:spPr>
        <p:txBody>
          <a:bodyPr/>
          <a:lstStyle/>
          <a:p>
            <a:endParaRPr lang="en-US" sz="1100" dirty="0">
              <a:latin typeface="+mj-lt"/>
            </a:endParaRPr>
          </a:p>
        </p:txBody>
      </p:sp>
      <p:sp>
        <p:nvSpPr>
          <p:cNvPr id="7" name="Rectangle 6">
            <a:extLst>
              <a:ext uri="{FF2B5EF4-FFF2-40B4-BE49-F238E27FC236}">
                <a16:creationId xmlns:a16="http://schemas.microsoft.com/office/drawing/2014/main" id="{0E51F820-AFD6-0887-F0C7-82E8C2221332}"/>
              </a:ext>
            </a:extLst>
          </p:cNvPr>
          <p:cNvSpPr/>
          <p:nvPr/>
        </p:nvSpPr>
        <p:spPr>
          <a:xfrm>
            <a:off x="8282819" y="4908169"/>
            <a:ext cx="492934" cy="1185706"/>
          </a:xfrm>
          <a:prstGeom prst="rect">
            <a:avLst/>
          </a:prstGeom>
          <a:solidFill>
            <a:srgbClr val="6A00FF"/>
          </a:solidFill>
          <a:ln w="12332" cap="flat">
            <a:solidFill>
              <a:srgbClr val="000000"/>
            </a:solidFill>
            <a:prstDash val="solid"/>
            <a:miter/>
          </a:ln>
        </p:spPr>
        <p:txBody>
          <a:bodyPr/>
          <a:lstStyle/>
          <a:p>
            <a:endParaRPr lang="en-US" dirty="0"/>
          </a:p>
        </p:txBody>
      </p:sp>
      <p:pic>
        <p:nvPicPr>
          <p:cNvPr id="8" name="Picture 7">
            <a:extLst>
              <a:ext uri="{FF2B5EF4-FFF2-40B4-BE49-F238E27FC236}">
                <a16:creationId xmlns:a16="http://schemas.microsoft.com/office/drawing/2014/main" id="{DB1C7476-3BEC-EC01-FBA2-9E399988229D}"/>
              </a:ext>
            </a:extLst>
          </p:cNvPr>
          <p:cNvPicPr>
            <a:picLocks noChangeAspect="1"/>
          </p:cNvPicPr>
          <p:nvPr/>
        </p:nvPicPr>
        <p:blipFill>
          <a:blip r:embed="rId4"/>
          <a:stretch>
            <a:fillRect/>
          </a:stretch>
        </p:blipFill>
        <p:spPr>
          <a:xfrm>
            <a:off x="8303079" y="5418530"/>
            <a:ext cx="746273"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9" name="Rectangle 8">
            <a:extLst>
              <a:ext uri="{FF2B5EF4-FFF2-40B4-BE49-F238E27FC236}">
                <a16:creationId xmlns:a16="http://schemas.microsoft.com/office/drawing/2014/main" id="{3AECEC30-6A34-4C00-C110-0D16409EBE4D}"/>
              </a:ext>
            </a:extLst>
          </p:cNvPr>
          <p:cNvSpPr/>
          <p:nvPr/>
        </p:nvSpPr>
        <p:spPr>
          <a:xfrm>
            <a:off x="8775753" y="4903851"/>
            <a:ext cx="3419856" cy="1195661"/>
          </a:xfrm>
          <a:prstGeom prst="rect">
            <a:avLst/>
          </a:prstGeom>
          <a:solidFill>
            <a:srgbClr val="FFFFFF"/>
          </a:solidFill>
          <a:ln w="12332" cap="flat">
            <a:solidFill>
              <a:srgbClr val="000000"/>
            </a:solidFill>
            <a:prstDash val="solid"/>
            <a:miter/>
          </a:ln>
        </p:spPr>
        <p:txBody>
          <a:bodyPr/>
          <a:lstStyle/>
          <a:p>
            <a:endParaRPr lang="en-US" dirty="0"/>
          </a:p>
        </p:txBody>
      </p:sp>
      <p:sp>
        <p:nvSpPr>
          <p:cNvPr id="10" name="Rectangle 9">
            <a:extLst>
              <a:ext uri="{FF2B5EF4-FFF2-40B4-BE49-F238E27FC236}">
                <a16:creationId xmlns:a16="http://schemas.microsoft.com/office/drawing/2014/main" id="{B3CE2B2B-D6F0-B937-4060-6689A703A65B}"/>
              </a:ext>
            </a:extLst>
          </p:cNvPr>
          <p:cNvSpPr/>
          <p:nvPr/>
        </p:nvSpPr>
        <p:spPr>
          <a:xfrm>
            <a:off x="8811832" y="5173727"/>
            <a:ext cx="2430605" cy="741829"/>
          </a:xfrm>
          <a:prstGeom prst="rect">
            <a:avLst/>
          </a:prstGeom>
          <a:noFill/>
          <a:ln w="12332" cap="flat">
            <a:noFill/>
            <a:prstDash val="solid"/>
            <a:miter/>
          </a:ln>
        </p:spPr>
        <p:txBody>
          <a:bodyPr/>
          <a:lstStyle/>
          <a:p>
            <a:endParaRPr lang="en-US"/>
          </a:p>
        </p:txBody>
      </p:sp>
      <p:sp>
        <p:nvSpPr>
          <p:cNvPr id="11" name="Rectangle 10">
            <a:extLst>
              <a:ext uri="{FF2B5EF4-FFF2-40B4-BE49-F238E27FC236}">
                <a16:creationId xmlns:a16="http://schemas.microsoft.com/office/drawing/2014/main" id="{4C070764-5D2C-975A-5AA0-9ED3AB442A10}"/>
              </a:ext>
            </a:extLst>
          </p:cNvPr>
          <p:cNvSpPr/>
          <p:nvPr/>
        </p:nvSpPr>
        <p:spPr>
          <a:xfrm>
            <a:off x="11739389" y="5531831"/>
            <a:ext cx="460136" cy="296731"/>
          </a:xfrm>
          <a:prstGeom prst="rect">
            <a:avLst/>
          </a:prstGeom>
          <a:solidFill>
            <a:srgbClr val="6A00FF"/>
          </a:solidFill>
          <a:ln w="12332" cap="flat">
            <a:solidFill>
              <a:srgbClr val="000000"/>
            </a:solidFill>
            <a:prstDash val="solid"/>
            <a:miter/>
          </a:ln>
        </p:spPr>
        <p:txBody>
          <a:bodyPr/>
          <a:lstStyle/>
          <a:p>
            <a:endParaRPr lang="en-US"/>
          </a:p>
        </p:txBody>
      </p:sp>
      <p:pic>
        <p:nvPicPr>
          <p:cNvPr id="12" name="Picture 11">
            <a:extLst>
              <a:ext uri="{FF2B5EF4-FFF2-40B4-BE49-F238E27FC236}">
                <a16:creationId xmlns:a16="http://schemas.microsoft.com/office/drawing/2014/main" id="{F52936EA-FA8D-8DB9-B581-4DC711F49756}"/>
              </a:ext>
            </a:extLst>
          </p:cNvPr>
          <p:cNvPicPr>
            <a:picLocks noChangeAspect="1"/>
          </p:cNvPicPr>
          <p:nvPr/>
        </p:nvPicPr>
        <p:blipFill>
          <a:blip r:embed="rId5"/>
          <a:stretch>
            <a:fillRect/>
          </a:stretch>
        </p:blipFill>
        <p:spPr>
          <a:xfrm>
            <a:off x="11801112" y="5590140"/>
            <a:ext cx="743478" cy="252221"/>
          </a:xfrm>
          <a:custGeom>
            <a:avLst/>
            <a:gdLst>
              <a:gd name="csX0" fmla="*/ 0 w 641416"/>
              <a:gd name="csY0" fmla="*/ 0 h 209693"/>
              <a:gd name="csX1" fmla="*/ 641417 w 641416"/>
              <a:gd name="csY1" fmla="*/ 0 h 209693"/>
              <a:gd name="csX2" fmla="*/ 641417 w 641416"/>
              <a:gd name="csY2" fmla="*/ 209694 h 209693"/>
              <a:gd name="csX3" fmla="*/ 0 w 641416"/>
              <a:gd name="csY3" fmla="*/ 209694 h 209693"/>
            </a:gdLst>
            <a:ahLst/>
            <a:cxnLst>
              <a:cxn ang="0">
                <a:pos x="csX0" y="csY0"/>
              </a:cxn>
              <a:cxn ang="0">
                <a:pos x="csX1" y="csY1"/>
              </a:cxn>
              <a:cxn ang="0">
                <a:pos x="csX2" y="csY2"/>
              </a:cxn>
              <a:cxn ang="0">
                <a:pos x="csX3" y="csY3"/>
              </a:cxn>
            </a:cxnLst>
            <a:rect l="l" t="t" r="r" b="b"/>
            <a:pathLst>
              <a:path w="641416" h="209693">
                <a:moveTo>
                  <a:pt x="0" y="0"/>
                </a:moveTo>
                <a:lnTo>
                  <a:pt x="641417" y="0"/>
                </a:lnTo>
                <a:lnTo>
                  <a:pt x="641417" y="209694"/>
                </a:lnTo>
                <a:lnTo>
                  <a:pt x="0" y="209694"/>
                </a:lnTo>
                <a:close/>
              </a:path>
            </a:pathLst>
          </a:custGeom>
        </p:spPr>
      </p:pic>
      <p:sp>
        <p:nvSpPr>
          <p:cNvPr id="13" name="Rectangle 12">
            <a:extLst>
              <a:ext uri="{FF2B5EF4-FFF2-40B4-BE49-F238E27FC236}">
                <a16:creationId xmlns:a16="http://schemas.microsoft.com/office/drawing/2014/main" id="{1787E322-7437-0BF8-98D7-69FEF731400B}"/>
              </a:ext>
            </a:extLst>
          </p:cNvPr>
          <p:cNvSpPr/>
          <p:nvPr/>
        </p:nvSpPr>
        <p:spPr>
          <a:xfrm>
            <a:off x="11739389" y="5822921"/>
            <a:ext cx="460136" cy="273761"/>
          </a:xfrm>
          <a:prstGeom prst="rect">
            <a:avLst/>
          </a:prstGeom>
          <a:solidFill>
            <a:srgbClr val="FFFFFF"/>
          </a:solidFill>
          <a:ln w="12332" cap="flat">
            <a:solidFill>
              <a:srgbClr val="000000"/>
            </a:solidFill>
            <a:prstDash val="solid"/>
            <a:miter/>
          </a:ln>
        </p:spPr>
        <p:txBody>
          <a:bodyPr/>
          <a:lstStyle/>
          <a:p>
            <a:endParaRPr lang="en-US"/>
          </a:p>
        </p:txBody>
      </p:sp>
      <p:grpSp>
        <p:nvGrpSpPr>
          <p:cNvPr id="14" name="Graphic 8">
            <a:extLst>
              <a:ext uri="{FF2B5EF4-FFF2-40B4-BE49-F238E27FC236}">
                <a16:creationId xmlns:a16="http://schemas.microsoft.com/office/drawing/2014/main" id="{C7D29330-ABA1-B7D7-5287-EA6281386B3A}"/>
              </a:ext>
            </a:extLst>
          </p:cNvPr>
          <p:cNvGrpSpPr/>
          <p:nvPr/>
        </p:nvGrpSpPr>
        <p:grpSpPr>
          <a:xfrm>
            <a:off x="8281963" y="6103829"/>
            <a:ext cx="858049" cy="445097"/>
            <a:chOff x="7637866" y="5668789"/>
            <a:chExt cx="740096" cy="370047"/>
          </a:xfrm>
          <a:solidFill>
            <a:srgbClr val="A20025"/>
          </a:solidFill>
        </p:grpSpPr>
        <p:sp>
          <p:nvSpPr>
            <p:cNvPr id="15" name="Rectangle 14">
              <a:extLst>
                <a:ext uri="{FF2B5EF4-FFF2-40B4-BE49-F238E27FC236}">
                  <a16:creationId xmlns:a16="http://schemas.microsoft.com/office/drawing/2014/main" id="{6E4CA36C-FF1C-ACC9-C776-2BE8D3D12D80}"/>
                </a:ext>
              </a:extLst>
            </p:cNvPr>
            <p:cNvSpPr/>
            <p:nvPr/>
          </p:nvSpPr>
          <p:spPr>
            <a:xfrm>
              <a:off x="7637866" y="5668789"/>
              <a:ext cx="740096" cy="370047"/>
            </a:xfrm>
            <a:prstGeom prst="rect">
              <a:avLst/>
            </a:prstGeom>
            <a:solidFill>
              <a:srgbClr val="A20025"/>
            </a:solidFill>
            <a:ln w="12332" cap="flat">
              <a:solidFill>
                <a:srgbClr val="000000"/>
              </a:solidFill>
              <a:prstDash val="solid"/>
              <a:miter/>
            </a:ln>
          </p:spPr>
          <p:txBody>
            <a:bodyPr/>
            <a:lstStyle/>
            <a:p>
              <a:endParaRPr lang="en-US"/>
            </a:p>
          </p:txBody>
        </p:sp>
        <p:pic>
          <p:nvPicPr>
            <p:cNvPr id="16" name="Picture 15">
              <a:extLst>
                <a:ext uri="{FF2B5EF4-FFF2-40B4-BE49-F238E27FC236}">
                  <a16:creationId xmlns:a16="http://schemas.microsoft.com/office/drawing/2014/main" id="{B837C2FC-6458-EACD-8144-F10E703E151F}"/>
                </a:ext>
              </a:extLst>
            </p:cNvPr>
            <p:cNvPicPr>
              <a:picLocks noChangeAspect="1"/>
            </p:cNvPicPr>
            <p:nvPr/>
          </p:nvPicPr>
          <p:blipFill>
            <a:blip r:embed="rId6"/>
            <a:stretch>
              <a:fillRect/>
            </a:stretch>
          </p:blipFill>
          <p:spPr>
            <a:xfrm>
              <a:off x="7656368" y="5767469"/>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17" name="Rectangle 16">
            <a:extLst>
              <a:ext uri="{FF2B5EF4-FFF2-40B4-BE49-F238E27FC236}">
                <a16:creationId xmlns:a16="http://schemas.microsoft.com/office/drawing/2014/main" id="{39CC4700-BEE9-C050-323A-7CEB134D9C21}"/>
              </a:ext>
            </a:extLst>
          </p:cNvPr>
          <p:cNvSpPr/>
          <p:nvPr/>
        </p:nvSpPr>
        <p:spPr>
          <a:xfrm>
            <a:off x="8967543" y="6103829"/>
            <a:ext cx="3231982" cy="445097"/>
          </a:xfrm>
          <a:prstGeom prst="rect">
            <a:avLst/>
          </a:prstGeom>
          <a:solidFill>
            <a:srgbClr val="FFFFFF"/>
          </a:solidFill>
          <a:ln w="12332" cap="flat">
            <a:solidFill>
              <a:srgbClr val="000000"/>
            </a:solidFill>
            <a:prstDash val="solid"/>
            <a:miter/>
          </a:ln>
        </p:spPr>
        <p:txBody>
          <a:bodyPr/>
          <a:lstStyle/>
          <a:p>
            <a:endParaRPr lang="en-US"/>
          </a:p>
        </p:txBody>
      </p:sp>
      <p:sp>
        <p:nvSpPr>
          <p:cNvPr id="18" name="Rectangle 17">
            <a:extLst>
              <a:ext uri="{FF2B5EF4-FFF2-40B4-BE49-F238E27FC236}">
                <a16:creationId xmlns:a16="http://schemas.microsoft.com/office/drawing/2014/main" id="{21A8A5BA-11E0-3B64-E53D-91F60B78AA16}"/>
              </a:ext>
            </a:extLst>
          </p:cNvPr>
          <p:cNvSpPr/>
          <p:nvPr/>
        </p:nvSpPr>
        <p:spPr>
          <a:xfrm>
            <a:off x="9010446" y="6074157"/>
            <a:ext cx="3132735" cy="445097"/>
          </a:xfrm>
          <a:prstGeom prst="rect">
            <a:avLst/>
          </a:prstGeom>
          <a:noFill/>
          <a:ln w="12332" cap="flat">
            <a:noFill/>
            <a:prstDash val="solid"/>
            <a:miter/>
          </a:ln>
        </p:spPr>
        <p:txBody>
          <a:bodyPr/>
          <a:lstStyle/>
          <a:p>
            <a:endParaRPr lang="en-US"/>
          </a:p>
        </p:txBody>
      </p:sp>
      <p:sp>
        <p:nvSpPr>
          <p:cNvPr id="19" name="TextBox 18">
            <a:extLst>
              <a:ext uri="{FF2B5EF4-FFF2-40B4-BE49-F238E27FC236}">
                <a16:creationId xmlns:a16="http://schemas.microsoft.com/office/drawing/2014/main" id="{0C5055DF-C4CF-2A2D-CD85-6ED4F1E50359}"/>
              </a:ext>
            </a:extLst>
          </p:cNvPr>
          <p:cNvSpPr txBox="1"/>
          <p:nvPr/>
        </p:nvSpPr>
        <p:spPr>
          <a:xfrm>
            <a:off x="8755434" y="4862314"/>
            <a:ext cx="3377986" cy="1277273"/>
          </a:xfrm>
          <a:prstGeom prst="rect">
            <a:avLst/>
          </a:prstGeom>
          <a:noFill/>
        </p:spPr>
        <p:txBody>
          <a:bodyPr wrap="square">
            <a:spAutoFit/>
          </a:bodyPr>
          <a:lstStyle/>
          <a:p>
            <a:r>
              <a:rPr lang="en-US" sz="1100" dirty="0">
                <a:latin typeface="+mj-lt"/>
              </a:rPr>
              <a:t>1. Use the Wiki search box to search for "China".</a:t>
            </a:r>
          </a:p>
          <a:p>
            <a:r>
              <a:rPr lang="en-US" sz="1100" dirty="0">
                <a:latin typeface="+mj-lt"/>
              </a:rPr>
              <a:t>2. Open the China article.</a:t>
            </a:r>
          </a:p>
          <a:p>
            <a:r>
              <a:rPr lang="en-US" sz="1100" dirty="0">
                <a:latin typeface="+mj-lt"/>
              </a:rPr>
              <a:t>3. Find and click the Hong Kong link; note its population.</a:t>
            </a:r>
          </a:p>
          <a:p>
            <a:r>
              <a:rPr lang="en-US" sz="1100" dirty="0">
                <a:latin typeface="+mj-lt"/>
              </a:rPr>
              <a:t>4. Go back to China page; find and click Macau;</a:t>
            </a:r>
          </a:p>
          <a:p>
            <a:r>
              <a:rPr lang="en-US" sz="1100" dirty="0">
                <a:latin typeface="+mj-lt"/>
              </a:rPr>
              <a:t>note its population.</a:t>
            </a:r>
          </a:p>
          <a:p>
            <a:r>
              <a:rPr lang="en-US" sz="1100" dirty="0">
                <a:latin typeface="+mj-lt"/>
              </a:rPr>
              <a:t>5. Compute absolute difference and send the</a:t>
            </a:r>
          </a:p>
          <a:p>
            <a:r>
              <a:rPr lang="en-US" sz="1100" dirty="0">
                <a:latin typeface="+mj-lt"/>
              </a:rPr>
              <a:t>required message.</a:t>
            </a:r>
          </a:p>
        </p:txBody>
      </p:sp>
      <p:grpSp>
        <p:nvGrpSpPr>
          <p:cNvPr id="20" name="Graphic 8">
            <a:extLst>
              <a:ext uri="{FF2B5EF4-FFF2-40B4-BE49-F238E27FC236}">
                <a16:creationId xmlns:a16="http://schemas.microsoft.com/office/drawing/2014/main" id="{15E4A835-5971-C4EF-0B9B-2EFD152AB35B}"/>
              </a:ext>
            </a:extLst>
          </p:cNvPr>
          <p:cNvGrpSpPr/>
          <p:nvPr/>
        </p:nvGrpSpPr>
        <p:grpSpPr>
          <a:xfrm>
            <a:off x="8281962" y="6536907"/>
            <a:ext cx="844712" cy="311568"/>
            <a:chOff x="7637866" y="6112847"/>
            <a:chExt cx="740096" cy="259033"/>
          </a:xfrm>
          <a:solidFill>
            <a:srgbClr val="60A917"/>
          </a:solidFill>
        </p:grpSpPr>
        <p:sp>
          <p:nvSpPr>
            <p:cNvPr id="21" name="Rectangle 20">
              <a:extLst>
                <a:ext uri="{FF2B5EF4-FFF2-40B4-BE49-F238E27FC236}">
                  <a16:creationId xmlns:a16="http://schemas.microsoft.com/office/drawing/2014/main" id="{71756080-8637-11C2-20C4-5D1A90A5B1FF}"/>
                </a:ext>
              </a:extLst>
            </p:cNvPr>
            <p:cNvSpPr/>
            <p:nvPr/>
          </p:nvSpPr>
          <p:spPr>
            <a:xfrm>
              <a:off x="7637866" y="6112847"/>
              <a:ext cx="740096" cy="259033"/>
            </a:xfrm>
            <a:prstGeom prst="rect">
              <a:avLst/>
            </a:prstGeom>
            <a:solidFill>
              <a:srgbClr val="60A917"/>
            </a:solidFill>
            <a:ln w="12332" cap="flat">
              <a:solidFill>
                <a:srgbClr val="000000"/>
              </a:solidFill>
              <a:prstDash val="solid"/>
              <a:miter/>
            </a:ln>
          </p:spPr>
          <p:txBody>
            <a:bodyPr/>
            <a:lstStyle/>
            <a:p>
              <a:endParaRPr lang="en-US"/>
            </a:p>
          </p:txBody>
        </p:sp>
        <p:pic>
          <p:nvPicPr>
            <p:cNvPr id="22" name="Picture 21">
              <a:extLst>
                <a:ext uri="{FF2B5EF4-FFF2-40B4-BE49-F238E27FC236}">
                  <a16:creationId xmlns:a16="http://schemas.microsoft.com/office/drawing/2014/main" id="{A48DBC6E-2AEB-E684-F668-B2E1CD9F8519}"/>
                </a:ext>
              </a:extLst>
            </p:cNvPr>
            <p:cNvPicPr>
              <a:picLocks noChangeAspect="1"/>
            </p:cNvPicPr>
            <p:nvPr/>
          </p:nvPicPr>
          <p:blipFill>
            <a:blip r:embed="rId7"/>
            <a:stretch>
              <a:fillRect/>
            </a:stretch>
          </p:blipFill>
          <p:spPr>
            <a:xfrm>
              <a:off x="7656368" y="6149852"/>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23" name="Rectangle 22">
            <a:extLst>
              <a:ext uri="{FF2B5EF4-FFF2-40B4-BE49-F238E27FC236}">
                <a16:creationId xmlns:a16="http://schemas.microsoft.com/office/drawing/2014/main" id="{9EA5DE81-4085-D799-09B1-9E9F67418D02}"/>
              </a:ext>
            </a:extLst>
          </p:cNvPr>
          <p:cNvSpPr/>
          <p:nvPr/>
        </p:nvSpPr>
        <p:spPr>
          <a:xfrm>
            <a:off x="8956886" y="6536907"/>
            <a:ext cx="3242639" cy="311568"/>
          </a:xfrm>
          <a:prstGeom prst="rect">
            <a:avLst/>
          </a:prstGeom>
          <a:solidFill>
            <a:srgbClr val="FFFFFF"/>
          </a:solidFill>
          <a:ln w="12332" cap="flat">
            <a:solidFill>
              <a:srgbClr val="000000"/>
            </a:solidFill>
            <a:prstDash val="solid"/>
            <a:miter/>
          </a:ln>
        </p:spPr>
        <p:txBody>
          <a:bodyPr/>
          <a:lstStyle/>
          <a:p>
            <a:endParaRPr lang="en-US"/>
          </a:p>
        </p:txBody>
      </p:sp>
      <p:sp>
        <p:nvSpPr>
          <p:cNvPr id="24" name="Rectangle 23">
            <a:extLst>
              <a:ext uri="{FF2B5EF4-FFF2-40B4-BE49-F238E27FC236}">
                <a16:creationId xmlns:a16="http://schemas.microsoft.com/office/drawing/2014/main" id="{A9209125-F60D-418C-9795-4157BFCA1CFB}"/>
              </a:ext>
            </a:extLst>
          </p:cNvPr>
          <p:cNvSpPr/>
          <p:nvPr/>
        </p:nvSpPr>
        <p:spPr>
          <a:xfrm>
            <a:off x="9012356" y="6507234"/>
            <a:ext cx="1970993" cy="296731"/>
          </a:xfrm>
          <a:prstGeom prst="rect">
            <a:avLst/>
          </a:prstGeom>
          <a:noFill/>
          <a:ln w="12332" cap="flat">
            <a:noFill/>
            <a:prstDash val="solid"/>
            <a:miter/>
          </a:ln>
        </p:spPr>
        <p:txBody>
          <a:bodyPr/>
          <a:lstStyle/>
          <a:p>
            <a:endParaRPr lang="en-US"/>
          </a:p>
        </p:txBody>
      </p:sp>
      <p:sp>
        <p:nvSpPr>
          <p:cNvPr id="25" name="TextBox 24">
            <a:extLst>
              <a:ext uri="{FF2B5EF4-FFF2-40B4-BE49-F238E27FC236}">
                <a16:creationId xmlns:a16="http://schemas.microsoft.com/office/drawing/2014/main" id="{36F8D6D6-58C4-4FD5-B0B2-DF307276826D}"/>
              </a:ext>
            </a:extLst>
          </p:cNvPr>
          <p:cNvSpPr txBox="1"/>
          <p:nvPr/>
        </p:nvSpPr>
        <p:spPr>
          <a:xfrm>
            <a:off x="8930213" y="6178011"/>
            <a:ext cx="3242638" cy="261610"/>
          </a:xfrm>
          <a:prstGeom prst="rect">
            <a:avLst/>
          </a:prstGeom>
          <a:noFill/>
        </p:spPr>
        <p:txBody>
          <a:bodyPr wrap="square">
            <a:spAutoFit/>
          </a:bodyPr>
          <a:lstStyle/>
          <a:p>
            <a:r>
              <a:rPr lang="en-US" sz="1100" dirty="0">
                <a:latin typeface="+mj-lt"/>
              </a:rPr>
              <a:t>Opened Wiki homepage; ready to search for "China".</a:t>
            </a:r>
          </a:p>
        </p:txBody>
      </p:sp>
      <p:sp>
        <p:nvSpPr>
          <p:cNvPr id="26" name="TextBox 25">
            <a:extLst>
              <a:ext uri="{FF2B5EF4-FFF2-40B4-BE49-F238E27FC236}">
                <a16:creationId xmlns:a16="http://schemas.microsoft.com/office/drawing/2014/main" id="{1CD116A3-F1DE-41B8-F288-D0C00059ECAF}"/>
              </a:ext>
            </a:extLst>
          </p:cNvPr>
          <p:cNvSpPr txBox="1"/>
          <p:nvPr/>
        </p:nvSpPr>
        <p:spPr>
          <a:xfrm>
            <a:off x="11837165" y="5833196"/>
            <a:ext cx="255645" cy="276999"/>
          </a:xfrm>
          <a:prstGeom prst="rect">
            <a:avLst/>
          </a:prstGeom>
          <a:noFill/>
        </p:spPr>
        <p:txBody>
          <a:bodyPr wrap="square">
            <a:spAutoFit/>
          </a:bodyPr>
          <a:lstStyle/>
          <a:p>
            <a:r>
              <a:rPr lang="en-US" sz="1200" dirty="0">
                <a:latin typeface="+mj-lt"/>
              </a:rPr>
              <a:t>1</a:t>
            </a:r>
          </a:p>
        </p:txBody>
      </p:sp>
      <p:sp>
        <p:nvSpPr>
          <p:cNvPr id="27" name="TextBox 26">
            <a:extLst>
              <a:ext uri="{FF2B5EF4-FFF2-40B4-BE49-F238E27FC236}">
                <a16:creationId xmlns:a16="http://schemas.microsoft.com/office/drawing/2014/main" id="{C8BE24FE-1B7B-863D-D2C6-F3756A016729}"/>
              </a:ext>
            </a:extLst>
          </p:cNvPr>
          <p:cNvSpPr txBox="1"/>
          <p:nvPr/>
        </p:nvSpPr>
        <p:spPr>
          <a:xfrm>
            <a:off x="8967543" y="6557753"/>
            <a:ext cx="2713727" cy="261610"/>
          </a:xfrm>
          <a:prstGeom prst="rect">
            <a:avLst/>
          </a:prstGeom>
          <a:noFill/>
        </p:spPr>
        <p:txBody>
          <a:bodyPr wrap="square">
            <a:spAutoFit/>
          </a:bodyPr>
          <a:lstStyle/>
          <a:p>
            <a:r>
              <a:rPr lang="en-US" sz="1100" dirty="0">
                <a:latin typeface="+mj-lt"/>
              </a:rPr>
              <a:t>fill('161', 'China')</a:t>
            </a:r>
          </a:p>
        </p:txBody>
      </p:sp>
      <p:sp>
        <p:nvSpPr>
          <p:cNvPr id="28" name="TextBox 27">
            <a:extLst>
              <a:ext uri="{FF2B5EF4-FFF2-40B4-BE49-F238E27FC236}">
                <a16:creationId xmlns:a16="http://schemas.microsoft.com/office/drawing/2014/main" id="{C351C55D-AE01-4CC5-85F1-B91343AD1134}"/>
              </a:ext>
            </a:extLst>
          </p:cNvPr>
          <p:cNvSpPr txBox="1"/>
          <p:nvPr/>
        </p:nvSpPr>
        <p:spPr>
          <a:xfrm>
            <a:off x="8763634" y="4141309"/>
            <a:ext cx="3354049" cy="769441"/>
          </a:xfrm>
          <a:prstGeom prst="rect">
            <a:avLst/>
          </a:prstGeom>
          <a:noFill/>
        </p:spPr>
        <p:txBody>
          <a:bodyPr wrap="square">
            <a:spAutoFit/>
          </a:bodyPr>
          <a:lstStyle/>
          <a:p>
            <a:r>
              <a:rPr lang="en-US" sz="1100" dirty="0">
                <a:latin typeface="+mj-lt"/>
              </a:rPr>
              <a:t>I need to search for "China" on the local Wiki, then navigate to the Hong Kong and Macau pages to find their populations and compute the difference. I'll use the search box on the current Wiki homepage.</a:t>
            </a:r>
          </a:p>
        </p:txBody>
      </p:sp>
    </p:spTree>
    <p:extLst>
      <p:ext uri="{BB962C8B-B14F-4D97-AF65-F5344CB8AC3E}">
        <p14:creationId xmlns:p14="http://schemas.microsoft.com/office/powerpoint/2010/main" val="28523090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88163-EB77-AAFD-088D-A177C97965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B73B47-EFD0-5041-9005-05C1444BA0DA}"/>
              </a:ext>
            </a:extLst>
          </p:cNvPr>
          <p:cNvPicPr>
            <a:picLocks noChangeAspect="1"/>
          </p:cNvPicPr>
          <p:nvPr/>
        </p:nvPicPr>
        <p:blipFill>
          <a:blip r:embed="rId3"/>
          <a:stretch>
            <a:fillRect/>
          </a:stretch>
        </p:blipFill>
        <p:spPr>
          <a:xfrm>
            <a:off x="1578" y="12024"/>
            <a:ext cx="12199525" cy="6862233"/>
          </a:xfrm>
          <a:prstGeom prst="rect">
            <a:avLst/>
          </a:prstGeom>
        </p:spPr>
      </p:pic>
      <p:pic>
        <p:nvPicPr>
          <p:cNvPr id="54" name="Picture 53">
            <a:extLst>
              <a:ext uri="{FF2B5EF4-FFF2-40B4-BE49-F238E27FC236}">
                <a16:creationId xmlns:a16="http://schemas.microsoft.com/office/drawing/2014/main" id="{8984DE94-60BF-1F21-76A1-BB19BC55171A}"/>
              </a:ext>
            </a:extLst>
          </p:cNvPr>
          <p:cNvPicPr>
            <a:picLocks noChangeAspect="1"/>
          </p:cNvPicPr>
          <p:nvPr/>
        </p:nvPicPr>
        <p:blipFill>
          <a:blip r:embed="rId4"/>
          <a:stretch>
            <a:fillRect/>
          </a:stretch>
        </p:blipFill>
        <p:spPr>
          <a:xfrm>
            <a:off x="11801112" y="5610015"/>
            <a:ext cx="743478" cy="252221"/>
          </a:xfrm>
          <a:custGeom>
            <a:avLst/>
            <a:gdLst>
              <a:gd name="csX0" fmla="*/ 0 w 641416"/>
              <a:gd name="csY0" fmla="*/ 0 h 209693"/>
              <a:gd name="csX1" fmla="*/ 641417 w 641416"/>
              <a:gd name="csY1" fmla="*/ 0 h 209693"/>
              <a:gd name="csX2" fmla="*/ 641417 w 641416"/>
              <a:gd name="csY2" fmla="*/ 209694 h 209693"/>
              <a:gd name="csX3" fmla="*/ 0 w 641416"/>
              <a:gd name="csY3" fmla="*/ 209694 h 209693"/>
            </a:gdLst>
            <a:ahLst/>
            <a:cxnLst>
              <a:cxn ang="0">
                <a:pos x="csX0" y="csY0"/>
              </a:cxn>
              <a:cxn ang="0">
                <a:pos x="csX1" y="csY1"/>
              </a:cxn>
              <a:cxn ang="0">
                <a:pos x="csX2" y="csY2"/>
              </a:cxn>
              <a:cxn ang="0">
                <a:pos x="csX3" y="csY3"/>
              </a:cxn>
            </a:cxnLst>
            <a:rect l="l" t="t" r="r" b="b"/>
            <a:pathLst>
              <a:path w="641416" h="209693">
                <a:moveTo>
                  <a:pt x="0" y="0"/>
                </a:moveTo>
                <a:lnTo>
                  <a:pt x="641417" y="0"/>
                </a:lnTo>
                <a:lnTo>
                  <a:pt x="641417" y="209694"/>
                </a:lnTo>
                <a:lnTo>
                  <a:pt x="0" y="209694"/>
                </a:lnTo>
                <a:close/>
              </a:path>
            </a:pathLst>
          </a:custGeom>
        </p:spPr>
      </p:pic>
      <p:sp>
        <p:nvSpPr>
          <p:cNvPr id="5" name="Rectangle 4">
            <a:extLst>
              <a:ext uri="{FF2B5EF4-FFF2-40B4-BE49-F238E27FC236}">
                <a16:creationId xmlns:a16="http://schemas.microsoft.com/office/drawing/2014/main" id="{206546E2-5B51-3AF2-058B-23D48FF2A544}"/>
              </a:ext>
            </a:extLst>
          </p:cNvPr>
          <p:cNvSpPr/>
          <p:nvPr/>
        </p:nvSpPr>
        <p:spPr>
          <a:xfrm>
            <a:off x="8282819" y="4768049"/>
            <a:ext cx="844712" cy="600166"/>
          </a:xfrm>
          <a:prstGeom prst="rect">
            <a:avLst/>
          </a:prstGeom>
          <a:solidFill>
            <a:srgbClr val="1BA1E2"/>
          </a:solidFill>
          <a:ln w="12332" cap="flat">
            <a:solidFill>
              <a:srgbClr val="000000"/>
            </a:solidFill>
            <a:prstDash val="solid"/>
            <a:miter/>
          </a:ln>
        </p:spPr>
        <p:txBody>
          <a:bodyPr/>
          <a:lstStyle/>
          <a:p>
            <a:endParaRPr lang="en-US"/>
          </a:p>
        </p:txBody>
      </p:sp>
      <p:pic>
        <p:nvPicPr>
          <p:cNvPr id="6" name="Picture 5">
            <a:extLst>
              <a:ext uri="{FF2B5EF4-FFF2-40B4-BE49-F238E27FC236}">
                <a16:creationId xmlns:a16="http://schemas.microsoft.com/office/drawing/2014/main" id="{87154F11-CAE1-B467-D111-7E86864E6421}"/>
              </a:ext>
            </a:extLst>
          </p:cNvPr>
          <p:cNvPicPr>
            <a:picLocks noChangeAspect="1"/>
          </p:cNvPicPr>
          <p:nvPr/>
        </p:nvPicPr>
        <p:blipFill>
          <a:blip r:embed="rId5"/>
          <a:stretch>
            <a:fillRect/>
          </a:stretch>
        </p:blipFill>
        <p:spPr>
          <a:xfrm>
            <a:off x="8310976" y="4953078"/>
            <a:ext cx="816555" cy="259358"/>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7" name="Rectangle 6">
            <a:extLst>
              <a:ext uri="{FF2B5EF4-FFF2-40B4-BE49-F238E27FC236}">
                <a16:creationId xmlns:a16="http://schemas.microsoft.com/office/drawing/2014/main" id="{9D85BEE2-9031-D6ED-E065-AFD71C9D4A18}"/>
              </a:ext>
            </a:extLst>
          </p:cNvPr>
          <p:cNvSpPr/>
          <p:nvPr/>
        </p:nvSpPr>
        <p:spPr>
          <a:xfrm>
            <a:off x="8767578" y="4768049"/>
            <a:ext cx="3425660" cy="600164"/>
          </a:xfrm>
          <a:prstGeom prst="rect">
            <a:avLst/>
          </a:prstGeom>
          <a:solidFill>
            <a:srgbClr val="FFFFFF"/>
          </a:solidFill>
          <a:ln w="12332" cap="flat">
            <a:solidFill>
              <a:srgbClr val="000000"/>
            </a:solidFill>
            <a:prstDash val="solid"/>
            <a:miter/>
          </a:ln>
        </p:spPr>
        <p:txBody>
          <a:bodyPr/>
          <a:lstStyle/>
          <a:p>
            <a:endParaRPr lang="en-US" sz="1100" dirty="0">
              <a:latin typeface="+mj-lt"/>
            </a:endParaRPr>
          </a:p>
        </p:txBody>
      </p:sp>
      <p:sp>
        <p:nvSpPr>
          <p:cNvPr id="8" name="Rectangle 7">
            <a:extLst>
              <a:ext uri="{FF2B5EF4-FFF2-40B4-BE49-F238E27FC236}">
                <a16:creationId xmlns:a16="http://schemas.microsoft.com/office/drawing/2014/main" id="{B596B865-7A6C-D148-FD9C-624B93E77A35}"/>
              </a:ext>
            </a:extLst>
          </p:cNvPr>
          <p:cNvSpPr/>
          <p:nvPr/>
        </p:nvSpPr>
        <p:spPr>
          <a:xfrm>
            <a:off x="8282819" y="5369105"/>
            <a:ext cx="492934" cy="744644"/>
          </a:xfrm>
          <a:prstGeom prst="rect">
            <a:avLst/>
          </a:prstGeom>
          <a:solidFill>
            <a:srgbClr val="6A00FF"/>
          </a:solidFill>
          <a:ln w="12332" cap="flat">
            <a:solidFill>
              <a:srgbClr val="000000"/>
            </a:solidFill>
            <a:prstDash val="solid"/>
            <a:miter/>
          </a:ln>
        </p:spPr>
        <p:txBody>
          <a:bodyPr/>
          <a:lstStyle/>
          <a:p>
            <a:endParaRPr lang="en-US" dirty="0"/>
          </a:p>
        </p:txBody>
      </p:sp>
      <p:pic>
        <p:nvPicPr>
          <p:cNvPr id="9" name="Picture 8">
            <a:extLst>
              <a:ext uri="{FF2B5EF4-FFF2-40B4-BE49-F238E27FC236}">
                <a16:creationId xmlns:a16="http://schemas.microsoft.com/office/drawing/2014/main" id="{EECD48BB-F34E-3629-2F43-CEA7EF623122}"/>
              </a:ext>
            </a:extLst>
          </p:cNvPr>
          <p:cNvPicPr>
            <a:picLocks noChangeAspect="1"/>
          </p:cNvPicPr>
          <p:nvPr/>
        </p:nvPicPr>
        <p:blipFill>
          <a:blip r:embed="rId6"/>
          <a:stretch>
            <a:fillRect/>
          </a:stretch>
        </p:blipFill>
        <p:spPr>
          <a:xfrm>
            <a:off x="8310976" y="5624363"/>
            <a:ext cx="746273"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10" name="Rectangle 9">
            <a:extLst>
              <a:ext uri="{FF2B5EF4-FFF2-40B4-BE49-F238E27FC236}">
                <a16:creationId xmlns:a16="http://schemas.microsoft.com/office/drawing/2014/main" id="{3FE7FD8E-09C1-7DFD-ADE1-D0BD547E973F}"/>
              </a:ext>
            </a:extLst>
          </p:cNvPr>
          <p:cNvSpPr/>
          <p:nvPr/>
        </p:nvSpPr>
        <p:spPr>
          <a:xfrm>
            <a:off x="8775753" y="5369105"/>
            <a:ext cx="3419856" cy="750281"/>
          </a:xfrm>
          <a:prstGeom prst="rect">
            <a:avLst/>
          </a:prstGeom>
          <a:solidFill>
            <a:srgbClr val="FFFFFF"/>
          </a:solidFill>
          <a:ln w="12332" cap="flat">
            <a:solidFill>
              <a:srgbClr val="000000"/>
            </a:solidFill>
            <a:prstDash val="solid"/>
            <a:miter/>
          </a:ln>
        </p:spPr>
        <p:txBody>
          <a:bodyPr/>
          <a:lstStyle/>
          <a:p>
            <a:endParaRPr lang="en-US" dirty="0"/>
          </a:p>
        </p:txBody>
      </p:sp>
      <p:sp>
        <p:nvSpPr>
          <p:cNvPr id="11" name="Rectangle 10">
            <a:extLst>
              <a:ext uri="{FF2B5EF4-FFF2-40B4-BE49-F238E27FC236}">
                <a16:creationId xmlns:a16="http://schemas.microsoft.com/office/drawing/2014/main" id="{653F1168-964A-A942-3636-D4C65FD6B34F}"/>
              </a:ext>
            </a:extLst>
          </p:cNvPr>
          <p:cNvSpPr/>
          <p:nvPr/>
        </p:nvSpPr>
        <p:spPr>
          <a:xfrm>
            <a:off x="8811832" y="5193602"/>
            <a:ext cx="2430605" cy="741829"/>
          </a:xfrm>
          <a:prstGeom prst="rect">
            <a:avLst/>
          </a:prstGeom>
          <a:noFill/>
          <a:ln w="12332" cap="flat">
            <a:noFill/>
            <a:prstDash val="solid"/>
            <a:miter/>
          </a:ln>
        </p:spPr>
        <p:txBody>
          <a:bodyPr/>
          <a:lstStyle/>
          <a:p>
            <a:endParaRPr lang="en-US"/>
          </a:p>
        </p:txBody>
      </p:sp>
      <p:sp>
        <p:nvSpPr>
          <p:cNvPr id="12" name="Rectangle 11">
            <a:extLst>
              <a:ext uri="{FF2B5EF4-FFF2-40B4-BE49-F238E27FC236}">
                <a16:creationId xmlns:a16="http://schemas.microsoft.com/office/drawing/2014/main" id="{CA43697C-CCFB-25DA-F7D1-4F8B0E597AB0}"/>
              </a:ext>
            </a:extLst>
          </p:cNvPr>
          <p:cNvSpPr/>
          <p:nvPr/>
        </p:nvSpPr>
        <p:spPr>
          <a:xfrm>
            <a:off x="11739389" y="5551706"/>
            <a:ext cx="460136" cy="296731"/>
          </a:xfrm>
          <a:prstGeom prst="rect">
            <a:avLst/>
          </a:prstGeom>
          <a:solidFill>
            <a:srgbClr val="6A00FF"/>
          </a:solidFill>
          <a:ln w="12332" cap="flat">
            <a:solidFill>
              <a:srgbClr val="000000"/>
            </a:solidFill>
            <a:prstDash val="solid"/>
            <a:miter/>
          </a:ln>
        </p:spPr>
        <p:txBody>
          <a:bodyPr/>
          <a:lstStyle/>
          <a:p>
            <a:endParaRPr lang="en-US"/>
          </a:p>
        </p:txBody>
      </p:sp>
      <p:pic>
        <p:nvPicPr>
          <p:cNvPr id="13" name="Picture 12">
            <a:extLst>
              <a:ext uri="{FF2B5EF4-FFF2-40B4-BE49-F238E27FC236}">
                <a16:creationId xmlns:a16="http://schemas.microsoft.com/office/drawing/2014/main" id="{891EE2DC-BED7-EDF7-5968-5C84087F6D11}"/>
              </a:ext>
            </a:extLst>
          </p:cNvPr>
          <p:cNvPicPr>
            <a:picLocks noChangeAspect="1"/>
          </p:cNvPicPr>
          <p:nvPr/>
        </p:nvPicPr>
        <p:blipFill>
          <a:blip r:embed="rId4"/>
          <a:stretch>
            <a:fillRect/>
          </a:stretch>
        </p:blipFill>
        <p:spPr>
          <a:xfrm>
            <a:off x="11801112" y="5610015"/>
            <a:ext cx="743478" cy="252221"/>
          </a:xfrm>
          <a:custGeom>
            <a:avLst/>
            <a:gdLst>
              <a:gd name="csX0" fmla="*/ 0 w 641416"/>
              <a:gd name="csY0" fmla="*/ 0 h 209693"/>
              <a:gd name="csX1" fmla="*/ 641417 w 641416"/>
              <a:gd name="csY1" fmla="*/ 0 h 209693"/>
              <a:gd name="csX2" fmla="*/ 641417 w 641416"/>
              <a:gd name="csY2" fmla="*/ 209694 h 209693"/>
              <a:gd name="csX3" fmla="*/ 0 w 641416"/>
              <a:gd name="csY3" fmla="*/ 209694 h 209693"/>
            </a:gdLst>
            <a:ahLst/>
            <a:cxnLst>
              <a:cxn ang="0">
                <a:pos x="csX0" y="csY0"/>
              </a:cxn>
              <a:cxn ang="0">
                <a:pos x="csX1" y="csY1"/>
              </a:cxn>
              <a:cxn ang="0">
                <a:pos x="csX2" y="csY2"/>
              </a:cxn>
              <a:cxn ang="0">
                <a:pos x="csX3" y="csY3"/>
              </a:cxn>
            </a:cxnLst>
            <a:rect l="l" t="t" r="r" b="b"/>
            <a:pathLst>
              <a:path w="641416" h="209693">
                <a:moveTo>
                  <a:pt x="0" y="0"/>
                </a:moveTo>
                <a:lnTo>
                  <a:pt x="641417" y="0"/>
                </a:lnTo>
                <a:lnTo>
                  <a:pt x="641417" y="209694"/>
                </a:lnTo>
                <a:lnTo>
                  <a:pt x="0" y="209694"/>
                </a:lnTo>
                <a:close/>
              </a:path>
            </a:pathLst>
          </a:custGeom>
        </p:spPr>
      </p:pic>
      <p:sp>
        <p:nvSpPr>
          <p:cNvPr id="14" name="Rectangle 13">
            <a:extLst>
              <a:ext uri="{FF2B5EF4-FFF2-40B4-BE49-F238E27FC236}">
                <a16:creationId xmlns:a16="http://schemas.microsoft.com/office/drawing/2014/main" id="{56CAD5D9-18AC-73FC-5371-F182D8B119E0}"/>
              </a:ext>
            </a:extLst>
          </p:cNvPr>
          <p:cNvSpPr/>
          <p:nvPr/>
        </p:nvSpPr>
        <p:spPr>
          <a:xfrm>
            <a:off x="11739389" y="5842796"/>
            <a:ext cx="460136" cy="273761"/>
          </a:xfrm>
          <a:prstGeom prst="rect">
            <a:avLst/>
          </a:prstGeom>
          <a:solidFill>
            <a:srgbClr val="FFFFFF"/>
          </a:solidFill>
          <a:ln w="12332" cap="flat">
            <a:solidFill>
              <a:srgbClr val="000000"/>
            </a:solidFill>
            <a:prstDash val="solid"/>
            <a:miter/>
          </a:ln>
        </p:spPr>
        <p:txBody>
          <a:bodyPr/>
          <a:lstStyle/>
          <a:p>
            <a:endParaRPr lang="en-US"/>
          </a:p>
        </p:txBody>
      </p:sp>
      <p:grpSp>
        <p:nvGrpSpPr>
          <p:cNvPr id="15" name="Graphic 8">
            <a:extLst>
              <a:ext uri="{FF2B5EF4-FFF2-40B4-BE49-F238E27FC236}">
                <a16:creationId xmlns:a16="http://schemas.microsoft.com/office/drawing/2014/main" id="{0077A5EC-F4D5-C1C6-1069-0F07FE1AE24D}"/>
              </a:ext>
            </a:extLst>
          </p:cNvPr>
          <p:cNvGrpSpPr/>
          <p:nvPr/>
        </p:nvGrpSpPr>
        <p:grpSpPr>
          <a:xfrm>
            <a:off x="8281963" y="6123704"/>
            <a:ext cx="858049" cy="445097"/>
            <a:chOff x="7637866" y="5668789"/>
            <a:chExt cx="740096" cy="370047"/>
          </a:xfrm>
          <a:solidFill>
            <a:srgbClr val="A20025"/>
          </a:solidFill>
        </p:grpSpPr>
        <p:sp>
          <p:nvSpPr>
            <p:cNvPr id="16" name="Rectangle 15">
              <a:extLst>
                <a:ext uri="{FF2B5EF4-FFF2-40B4-BE49-F238E27FC236}">
                  <a16:creationId xmlns:a16="http://schemas.microsoft.com/office/drawing/2014/main" id="{F433ADA5-1517-81E9-0E2D-06B485AF19EB}"/>
                </a:ext>
              </a:extLst>
            </p:cNvPr>
            <p:cNvSpPr/>
            <p:nvPr/>
          </p:nvSpPr>
          <p:spPr>
            <a:xfrm>
              <a:off x="7637866" y="5668789"/>
              <a:ext cx="740096" cy="370047"/>
            </a:xfrm>
            <a:prstGeom prst="rect">
              <a:avLst/>
            </a:prstGeom>
            <a:solidFill>
              <a:srgbClr val="A20025"/>
            </a:solidFill>
            <a:ln w="12332" cap="flat">
              <a:solidFill>
                <a:srgbClr val="000000"/>
              </a:solidFill>
              <a:prstDash val="solid"/>
              <a:miter/>
            </a:ln>
          </p:spPr>
          <p:txBody>
            <a:bodyPr/>
            <a:lstStyle/>
            <a:p>
              <a:endParaRPr lang="en-US"/>
            </a:p>
          </p:txBody>
        </p:sp>
        <p:pic>
          <p:nvPicPr>
            <p:cNvPr id="17" name="Picture 16">
              <a:extLst>
                <a:ext uri="{FF2B5EF4-FFF2-40B4-BE49-F238E27FC236}">
                  <a16:creationId xmlns:a16="http://schemas.microsoft.com/office/drawing/2014/main" id="{89342FAA-5D2F-5154-8C2D-4E111CCB163F}"/>
                </a:ext>
              </a:extLst>
            </p:cNvPr>
            <p:cNvPicPr>
              <a:picLocks noChangeAspect="1"/>
            </p:cNvPicPr>
            <p:nvPr/>
          </p:nvPicPr>
          <p:blipFill>
            <a:blip r:embed="rId7"/>
            <a:stretch>
              <a:fillRect/>
            </a:stretch>
          </p:blipFill>
          <p:spPr>
            <a:xfrm>
              <a:off x="7656368" y="5767469"/>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18" name="Rectangle 17">
            <a:extLst>
              <a:ext uri="{FF2B5EF4-FFF2-40B4-BE49-F238E27FC236}">
                <a16:creationId xmlns:a16="http://schemas.microsoft.com/office/drawing/2014/main" id="{22C40E3B-1D50-A704-098A-BDB8CC1CA030}"/>
              </a:ext>
            </a:extLst>
          </p:cNvPr>
          <p:cNvSpPr/>
          <p:nvPr/>
        </p:nvSpPr>
        <p:spPr>
          <a:xfrm>
            <a:off x="8967543" y="6123704"/>
            <a:ext cx="3231982" cy="445097"/>
          </a:xfrm>
          <a:prstGeom prst="rect">
            <a:avLst/>
          </a:prstGeom>
          <a:solidFill>
            <a:srgbClr val="FFFFFF"/>
          </a:solidFill>
          <a:ln w="12332" cap="flat">
            <a:solidFill>
              <a:srgbClr val="000000"/>
            </a:solidFill>
            <a:prstDash val="solid"/>
            <a:miter/>
          </a:ln>
        </p:spPr>
        <p:txBody>
          <a:bodyPr/>
          <a:lstStyle/>
          <a:p>
            <a:endParaRPr lang="en-US"/>
          </a:p>
        </p:txBody>
      </p:sp>
      <p:sp>
        <p:nvSpPr>
          <p:cNvPr id="19" name="Rectangle 18">
            <a:extLst>
              <a:ext uri="{FF2B5EF4-FFF2-40B4-BE49-F238E27FC236}">
                <a16:creationId xmlns:a16="http://schemas.microsoft.com/office/drawing/2014/main" id="{F5D6FA42-CF0A-C59F-2088-F5149C629A79}"/>
              </a:ext>
            </a:extLst>
          </p:cNvPr>
          <p:cNvSpPr/>
          <p:nvPr/>
        </p:nvSpPr>
        <p:spPr>
          <a:xfrm>
            <a:off x="9010446" y="6094032"/>
            <a:ext cx="3132735" cy="445097"/>
          </a:xfrm>
          <a:prstGeom prst="rect">
            <a:avLst/>
          </a:prstGeom>
          <a:noFill/>
          <a:ln w="12332" cap="flat">
            <a:noFill/>
            <a:prstDash val="solid"/>
            <a:miter/>
          </a:ln>
        </p:spPr>
        <p:txBody>
          <a:bodyPr/>
          <a:lstStyle/>
          <a:p>
            <a:endParaRPr lang="en-US"/>
          </a:p>
        </p:txBody>
      </p:sp>
      <p:sp>
        <p:nvSpPr>
          <p:cNvPr id="20" name="TextBox 19">
            <a:extLst>
              <a:ext uri="{FF2B5EF4-FFF2-40B4-BE49-F238E27FC236}">
                <a16:creationId xmlns:a16="http://schemas.microsoft.com/office/drawing/2014/main" id="{63A7FF95-EFA6-9E69-0937-6E3537514C06}"/>
              </a:ext>
            </a:extLst>
          </p:cNvPr>
          <p:cNvSpPr txBox="1"/>
          <p:nvPr/>
        </p:nvSpPr>
        <p:spPr>
          <a:xfrm>
            <a:off x="8745673" y="5346848"/>
            <a:ext cx="3113422" cy="769441"/>
          </a:xfrm>
          <a:prstGeom prst="rect">
            <a:avLst/>
          </a:prstGeom>
          <a:noFill/>
        </p:spPr>
        <p:txBody>
          <a:bodyPr wrap="square">
            <a:spAutoFit/>
          </a:bodyPr>
          <a:lstStyle/>
          <a:p>
            <a:r>
              <a:rPr lang="en-US" sz="1100" dirty="0">
                <a:latin typeface="+mj-lt"/>
              </a:rPr>
              <a:t>1. Go back to the search results.</a:t>
            </a:r>
          </a:p>
          <a:p>
            <a:r>
              <a:rPr lang="en-US" sz="1100" dirty="0">
                <a:latin typeface="+mj-lt"/>
              </a:rPr>
              <a:t>2. Open the third result (valid), remember its title.</a:t>
            </a:r>
          </a:p>
          <a:p>
            <a:r>
              <a:rPr lang="en-US" sz="1100" dirty="0">
                <a:latin typeface="+mj-lt"/>
              </a:rPr>
              <a:t>3. Go back, verify no other valid articles, then send "One".</a:t>
            </a:r>
          </a:p>
        </p:txBody>
      </p:sp>
      <p:grpSp>
        <p:nvGrpSpPr>
          <p:cNvPr id="21" name="Graphic 8">
            <a:extLst>
              <a:ext uri="{FF2B5EF4-FFF2-40B4-BE49-F238E27FC236}">
                <a16:creationId xmlns:a16="http://schemas.microsoft.com/office/drawing/2014/main" id="{ADE63CE0-B5FC-A9A1-6B7A-AC2EFAFB9818}"/>
              </a:ext>
            </a:extLst>
          </p:cNvPr>
          <p:cNvGrpSpPr/>
          <p:nvPr/>
        </p:nvGrpSpPr>
        <p:grpSpPr>
          <a:xfrm>
            <a:off x="8281962" y="6556782"/>
            <a:ext cx="844712" cy="311568"/>
            <a:chOff x="7637866" y="6112847"/>
            <a:chExt cx="740096" cy="259033"/>
          </a:xfrm>
          <a:solidFill>
            <a:srgbClr val="60A917"/>
          </a:solidFill>
        </p:grpSpPr>
        <p:sp>
          <p:nvSpPr>
            <p:cNvPr id="22" name="Rectangle 21">
              <a:extLst>
                <a:ext uri="{FF2B5EF4-FFF2-40B4-BE49-F238E27FC236}">
                  <a16:creationId xmlns:a16="http://schemas.microsoft.com/office/drawing/2014/main" id="{9B470995-2E94-DA6B-9810-3A9066152AE8}"/>
                </a:ext>
              </a:extLst>
            </p:cNvPr>
            <p:cNvSpPr/>
            <p:nvPr/>
          </p:nvSpPr>
          <p:spPr>
            <a:xfrm>
              <a:off x="7637866" y="6112847"/>
              <a:ext cx="740096" cy="259033"/>
            </a:xfrm>
            <a:prstGeom prst="rect">
              <a:avLst/>
            </a:prstGeom>
            <a:solidFill>
              <a:srgbClr val="60A917"/>
            </a:solidFill>
            <a:ln w="12332" cap="flat">
              <a:solidFill>
                <a:srgbClr val="000000"/>
              </a:solidFill>
              <a:prstDash val="solid"/>
              <a:miter/>
            </a:ln>
          </p:spPr>
          <p:txBody>
            <a:bodyPr/>
            <a:lstStyle/>
            <a:p>
              <a:endParaRPr lang="en-US"/>
            </a:p>
          </p:txBody>
        </p:sp>
        <p:pic>
          <p:nvPicPr>
            <p:cNvPr id="23" name="Picture 22">
              <a:extLst>
                <a:ext uri="{FF2B5EF4-FFF2-40B4-BE49-F238E27FC236}">
                  <a16:creationId xmlns:a16="http://schemas.microsoft.com/office/drawing/2014/main" id="{E7C4D606-BA86-9D9F-4944-79CF9D05AE0F}"/>
                </a:ext>
              </a:extLst>
            </p:cNvPr>
            <p:cNvPicPr>
              <a:picLocks noChangeAspect="1"/>
            </p:cNvPicPr>
            <p:nvPr/>
          </p:nvPicPr>
          <p:blipFill>
            <a:blip r:embed="rId8"/>
            <a:stretch>
              <a:fillRect/>
            </a:stretch>
          </p:blipFill>
          <p:spPr>
            <a:xfrm>
              <a:off x="7656368" y="6149852"/>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24" name="Rectangle 23">
            <a:extLst>
              <a:ext uri="{FF2B5EF4-FFF2-40B4-BE49-F238E27FC236}">
                <a16:creationId xmlns:a16="http://schemas.microsoft.com/office/drawing/2014/main" id="{BA14235B-72BB-8D6A-F751-E53F45710133}"/>
              </a:ext>
            </a:extLst>
          </p:cNvPr>
          <p:cNvSpPr/>
          <p:nvPr/>
        </p:nvSpPr>
        <p:spPr>
          <a:xfrm>
            <a:off x="8956886" y="6556782"/>
            <a:ext cx="3242639" cy="311568"/>
          </a:xfrm>
          <a:prstGeom prst="rect">
            <a:avLst/>
          </a:prstGeom>
          <a:solidFill>
            <a:srgbClr val="FFFFFF"/>
          </a:solidFill>
          <a:ln w="12332" cap="flat">
            <a:solidFill>
              <a:srgbClr val="000000"/>
            </a:solidFill>
            <a:prstDash val="solid"/>
            <a:miter/>
          </a:ln>
        </p:spPr>
        <p:txBody>
          <a:bodyPr/>
          <a:lstStyle/>
          <a:p>
            <a:endParaRPr lang="en-US"/>
          </a:p>
        </p:txBody>
      </p:sp>
      <p:sp>
        <p:nvSpPr>
          <p:cNvPr id="25" name="Rectangle 24">
            <a:extLst>
              <a:ext uri="{FF2B5EF4-FFF2-40B4-BE49-F238E27FC236}">
                <a16:creationId xmlns:a16="http://schemas.microsoft.com/office/drawing/2014/main" id="{27B14BA3-9EF7-6478-C2B0-83B5B5F6B448}"/>
              </a:ext>
            </a:extLst>
          </p:cNvPr>
          <p:cNvSpPr/>
          <p:nvPr/>
        </p:nvSpPr>
        <p:spPr>
          <a:xfrm>
            <a:off x="9012356" y="6527109"/>
            <a:ext cx="1970993" cy="296731"/>
          </a:xfrm>
          <a:prstGeom prst="rect">
            <a:avLst/>
          </a:prstGeom>
          <a:noFill/>
          <a:ln w="12332" cap="flat">
            <a:noFill/>
            <a:prstDash val="solid"/>
            <a:miter/>
          </a:ln>
        </p:spPr>
        <p:txBody>
          <a:bodyPr/>
          <a:lstStyle/>
          <a:p>
            <a:endParaRPr lang="en-US"/>
          </a:p>
        </p:txBody>
      </p:sp>
      <p:sp>
        <p:nvSpPr>
          <p:cNvPr id="26" name="TextBox 25">
            <a:extLst>
              <a:ext uri="{FF2B5EF4-FFF2-40B4-BE49-F238E27FC236}">
                <a16:creationId xmlns:a16="http://schemas.microsoft.com/office/drawing/2014/main" id="{348F1C08-4044-E029-8A58-12CDCE30765F}"/>
              </a:ext>
            </a:extLst>
          </p:cNvPr>
          <p:cNvSpPr txBox="1"/>
          <p:nvPr/>
        </p:nvSpPr>
        <p:spPr>
          <a:xfrm>
            <a:off x="8928767" y="6117068"/>
            <a:ext cx="3031320" cy="430887"/>
          </a:xfrm>
          <a:prstGeom prst="rect">
            <a:avLst/>
          </a:prstGeom>
          <a:noFill/>
        </p:spPr>
        <p:txBody>
          <a:bodyPr wrap="square">
            <a:spAutoFit/>
          </a:bodyPr>
          <a:lstStyle/>
          <a:p>
            <a:r>
              <a:rPr lang="en-US" sz="1100" dirty="0">
                <a:latin typeface="+mj-lt"/>
              </a:rPr>
              <a:t>I opened the second result and confirmed it was a redirect. I will go back to the search results page.</a:t>
            </a:r>
          </a:p>
        </p:txBody>
      </p:sp>
      <p:sp>
        <p:nvSpPr>
          <p:cNvPr id="27" name="TextBox 26">
            <a:extLst>
              <a:ext uri="{FF2B5EF4-FFF2-40B4-BE49-F238E27FC236}">
                <a16:creationId xmlns:a16="http://schemas.microsoft.com/office/drawing/2014/main" id="{836316AD-8832-71C9-9460-088FC006EB15}"/>
              </a:ext>
            </a:extLst>
          </p:cNvPr>
          <p:cNvSpPr txBox="1"/>
          <p:nvPr/>
        </p:nvSpPr>
        <p:spPr>
          <a:xfrm>
            <a:off x="11837165" y="5853071"/>
            <a:ext cx="255645" cy="276999"/>
          </a:xfrm>
          <a:prstGeom prst="rect">
            <a:avLst/>
          </a:prstGeom>
          <a:noFill/>
        </p:spPr>
        <p:txBody>
          <a:bodyPr wrap="square">
            <a:spAutoFit/>
          </a:bodyPr>
          <a:lstStyle/>
          <a:p>
            <a:r>
              <a:rPr lang="en-US" sz="1200" dirty="0">
                <a:latin typeface="+mj-lt"/>
              </a:rPr>
              <a:t>5</a:t>
            </a:r>
          </a:p>
        </p:txBody>
      </p:sp>
      <p:sp>
        <p:nvSpPr>
          <p:cNvPr id="28" name="TextBox 27">
            <a:extLst>
              <a:ext uri="{FF2B5EF4-FFF2-40B4-BE49-F238E27FC236}">
                <a16:creationId xmlns:a16="http://schemas.microsoft.com/office/drawing/2014/main" id="{1E15EF8C-DBF7-9A49-0DDA-FABEA48C879D}"/>
              </a:ext>
            </a:extLst>
          </p:cNvPr>
          <p:cNvSpPr txBox="1"/>
          <p:nvPr/>
        </p:nvSpPr>
        <p:spPr>
          <a:xfrm>
            <a:off x="8967543" y="6577628"/>
            <a:ext cx="2713727" cy="261610"/>
          </a:xfrm>
          <a:prstGeom prst="rect">
            <a:avLst/>
          </a:prstGeom>
          <a:noFill/>
        </p:spPr>
        <p:txBody>
          <a:bodyPr wrap="square">
            <a:spAutoFit/>
          </a:bodyPr>
          <a:lstStyle/>
          <a:p>
            <a:r>
              <a:rPr lang="en-US" sz="1100" dirty="0" err="1">
                <a:latin typeface="+mj-lt"/>
              </a:rPr>
              <a:t>go_back</a:t>
            </a:r>
            <a:r>
              <a:rPr lang="en-US" sz="1100" dirty="0">
                <a:latin typeface="+mj-lt"/>
              </a:rPr>
              <a:t>()</a:t>
            </a:r>
          </a:p>
        </p:txBody>
      </p:sp>
      <p:sp>
        <p:nvSpPr>
          <p:cNvPr id="29" name="TextBox 28">
            <a:extLst>
              <a:ext uri="{FF2B5EF4-FFF2-40B4-BE49-F238E27FC236}">
                <a16:creationId xmlns:a16="http://schemas.microsoft.com/office/drawing/2014/main" id="{3E4B198D-EAED-1ED7-3902-C74F9FC7B101}"/>
              </a:ext>
            </a:extLst>
          </p:cNvPr>
          <p:cNvSpPr txBox="1"/>
          <p:nvPr/>
        </p:nvSpPr>
        <p:spPr>
          <a:xfrm>
            <a:off x="8767402" y="4756401"/>
            <a:ext cx="3354049" cy="600164"/>
          </a:xfrm>
          <a:prstGeom prst="rect">
            <a:avLst/>
          </a:prstGeom>
          <a:noFill/>
        </p:spPr>
        <p:txBody>
          <a:bodyPr wrap="square">
            <a:spAutoFit/>
          </a:bodyPr>
          <a:lstStyle/>
          <a:p>
            <a:r>
              <a:rPr lang="en-US" sz="1100" dirty="0">
                <a:latin typeface="+mj-lt"/>
              </a:rPr>
              <a:t>I opened the second search result and landed on a redirect page. I should go back to the search results to proceed with the next steps.</a:t>
            </a:r>
          </a:p>
        </p:txBody>
      </p:sp>
    </p:spTree>
    <p:extLst>
      <p:ext uri="{BB962C8B-B14F-4D97-AF65-F5344CB8AC3E}">
        <p14:creationId xmlns:p14="http://schemas.microsoft.com/office/powerpoint/2010/main" val="184221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bg/>
                                          </p:spTgt>
                                        </p:tgtEl>
                                        <p:attrNameLst>
                                          <p:attrName>style.visibility</p:attrName>
                                        </p:attrNameLst>
                                      </p:cBhvr>
                                      <p:to>
                                        <p:strVal val="visible"/>
                                      </p:to>
                                    </p:set>
                                    <p:animEffect transition="in" filter="fade">
                                      <p:cBhvr>
                                        <p:cTn id="12" dur="500"/>
                                        <p:tgtEl>
                                          <p:spTgt spid="7">
                                            <p:bg/>
                                          </p:spTgt>
                                        </p:tgtEl>
                                      </p:cBhvr>
                                    </p:animEffect>
                                  </p:childTnLst>
                                </p:cTn>
                              </p:par>
                              <p:par>
                                <p:cTn id="13" presetID="10" presetClass="entr" presetSubtype="0" fill="hold" grpId="0" nodeType="withEffect" nodePh="1">
                                  <p:stCondLst>
                                    <p:cond delay="0"/>
                                  </p:stCondLst>
                                  <p:endCondLst>
                                    <p:cond evt="begin" delay="0">
                                      <p:tn val="13"/>
                                    </p:cond>
                                  </p:end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500"/>
                                        <p:tgtEl>
                                          <p:spTgt spid="7">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iterate type="wd">
                                    <p:tmPct val="10000"/>
                                  </p:iterate>
                                  <p:childTnLst>
                                    <p:set>
                                      <p:cBhvr>
                                        <p:cTn id="25" dur="1" fill="hold">
                                          <p:stCondLst>
                                            <p:cond delay="0"/>
                                          </p:stCondLst>
                                        </p:cTn>
                                        <p:tgtEl>
                                          <p:spTgt spid="29">
                                            <p:txEl>
                                              <p:pRg st="0" end="0"/>
                                            </p:txEl>
                                          </p:spTgt>
                                        </p:tgtEl>
                                        <p:attrNameLst>
                                          <p:attrName>style.visibility</p:attrName>
                                        </p:attrNameLst>
                                      </p:cBhvr>
                                      <p:to>
                                        <p:strVal val="visible"/>
                                      </p:to>
                                    </p:set>
                                    <p:animEffect transition="in" filter="fade">
                                      <p:cBhvr>
                                        <p:cTn id="26" dur="1000"/>
                                        <p:tgtEl>
                                          <p:spTgt spid="29">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iterate type="wd">
                                    <p:tmPct val="10000"/>
                                  </p:iterate>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iterate type="wd">
                                    <p:tmPct val="10000"/>
                                  </p:iterate>
                                  <p:childTnLst>
                                    <p:set>
                                      <p:cBhvr>
                                        <p:cTn id="70" dur="1" fill="hold">
                                          <p:stCondLst>
                                            <p:cond delay="0"/>
                                          </p:stCondLst>
                                        </p:cTn>
                                        <p:tgtEl>
                                          <p:spTgt spid="26"/>
                                        </p:tgtEl>
                                        <p:attrNameLst>
                                          <p:attrName>style.visibility</p:attrName>
                                        </p:attrNameLst>
                                      </p:cBhvr>
                                      <p:to>
                                        <p:strVal val="visible"/>
                                      </p:to>
                                    </p:set>
                                    <p:animEffect transition="in" filter="fade">
                                      <p:cBhvr>
                                        <p:cTn id="71" dur="10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par>
                                <p:cTn id="77" presetID="10" presetClass="entr" presetSubtype="0" fill="hold"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iterate type="wd">
                                    <p:tmPct val="10000"/>
                                  </p:iterate>
                                  <p:childTnLst>
                                    <p:set>
                                      <p:cBhvr>
                                        <p:cTn id="83" dur="1" fill="hold">
                                          <p:stCondLst>
                                            <p:cond delay="0"/>
                                          </p:stCondLst>
                                        </p:cTn>
                                        <p:tgtEl>
                                          <p:spTgt spid="28"/>
                                        </p:tgtEl>
                                        <p:attrNameLst>
                                          <p:attrName>style.visibility</p:attrName>
                                        </p:attrNameLst>
                                      </p:cBhvr>
                                      <p:to>
                                        <p:strVal val="visible"/>
                                      </p:to>
                                    </p:set>
                                    <p:animEffect transition="in" filter="fade">
                                      <p:cBhvr>
                                        <p:cTn id="84"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build="allAtOnce" animBg="1"/>
      <p:bldP spid="8" grpId="0" animBg="1"/>
      <p:bldP spid="10" grpId="0" animBg="1"/>
      <p:bldP spid="12" grpId="0" animBg="1"/>
      <p:bldP spid="14" grpId="0" animBg="1"/>
      <p:bldP spid="18" grpId="0" animBg="1"/>
      <p:bldP spid="20" grpId="0"/>
      <p:bldP spid="24" grpId="0" animBg="1"/>
      <p:bldP spid="26" grpId="0"/>
      <p:bldP spid="27" grpId="0"/>
      <p:bldP spid="28" grpId="0"/>
      <p:bldP spid="29"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38C10-D771-3F90-9A0F-90484C95F2EF}"/>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F5DD8023-8EC1-2ADB-7255-6890B4646C35}"/>
              </a:ext>
            </a:extLst>
          </p:cNvPr>
          <p:cNvPicPr>
            <a:picLocks noChangeAspect="1"/>
          </p:cNvPicPr>
          <p:nvPr/>
        </p:nvPicPr>
        <p:blipFill>
          <a:blip r:embed="rId2"/>
          <a:stretch>
            <a:fillRect/>
          </a:stretch>
        </p:blipFill>
        <p:spPr>
          <a:xfrm>
            <a:off x="-1" y="0"/>
            <a:ext cx="12199526" cy="6862234"/>
          </a:xfrm>
          <a:prstGeom prst="rect">
            <a:avLst/>
          </a:prstGeom>
        </p:spPr>
      </p:pic>
      <p:pic>
        <p:nvPicPr>
          <p:cNvPr id="30" name="Picture 29">
            <a:extLst>
              <a:ext uri="{FF2B5EF4-FFF2-40B4-BE49-F238E27FC236}">
                <a16:creationId xmlns:a16="http://schemas.microsoft.com/office/drawing/2014/main" id="{90321D51-2693-F041-C7AC-02643030F723}"/>
              </a:ext>
            </a:extLst>
          </p:cNvPr>
          <p:cNvPicPr>
            <a:picLocks noChangeAspect="1"/>
          </p:cNvPicPr>
          <p:nvPr/>
        </p:nvPicPr>
        <p:blipFill>
          <a:blip r:embed="rId3"/>
          <a:stretch>
            <a:fillRect/>
          </a:stretch>
        </p:blipFill>
        <p:spPr>
          <a:xfrm>
            <a:off x="11801112" y="5610015"/>
            <a:ext cx="743478" cy="252221"/>
          </a:xfrm>
          <a:custGeom>
            <a:avLst/>
            <a:gdLst>
              <a:gd name="csX0" fmla="*/ 0 w 641416"/>
              <a:gd name="csY0" fmla="*/ 0 h 209693"/>
              <a:gd name="csX1" fmla="*/ 641417 w 641416"/>
              <a:gd name="csY1" fmla="*/ 0 h 209693"/>
              <a:gd name="csX2" fmla="*/ 641417 w 641416"/>
              <a:gd name="csY2" fmla="*/ 209694 h 209693"/>
              <a:gd name="csX3" fmla="*/ 0 w 641416"/>
              <a:gd name="csY3" fmla="*/ 209694 h 209693"/>
            </a:gdLst>
            <a:ahLst/>
            <a:cxnLst>
              <a:cxn ang="0">
                <a:pos x="csX0" y="csY0"/>
              </a:cxn>
              <a:cxn ang="0">
                <a:pos x="csX1" y="csY1"/>
              </a:cxn>
              <a:cxn ang="0">
                <a:pos x="csX2" y="csY2"/>
              </a:cxn>
              <a:cxn ang="0">
                <a:pos x="csX3" y="csY3"/>
              </a:cxn>
            </a:cxnLst>
            <a:rect l="l" t="t" r="r" b="b"/>
            <a:pathLst>
              <a:path w="641416" h="209693">
                <a:moveTo>
                  <a:pt x="0" y="0"/>
                </a:moveTo>
                <a:lnTo>
                  <a:pt x="641417" y="0"/>
                </a:lnTo>
                <a:lnTo>
                  <a:pt x="641417" y="209694"/>
                </a:lnTo>
                <a:lnTo>
                  <a:pt x="0" y="209694"/>
                </a:lnTo>
                <a:close/>
              </a:path>
            </a:pathLst>
          </a:custGeom>
        </p:spPr>
      </p:pic>
      <p:sp>
        <p:nvSpPr>
          <p:cNvPr id="31" name="Rectangle 30">
            <a:extLst>
              <a:ext uri="{FF2B5EF4-FFF2-40B4-BE49-F238E27FC236}">
                <a16:creationId xmlns:a16="http://schemas.microsoft.com/office/drawing/2014/main" id="{5D1940D5-F8F8-16D7-9873-5DBF7ED465A6}"/>
              </a:ext>
            </a:extLst>
          </p:cNvPr>
          <p:cNvSpPr/>
          <p:nvPr/>
        </p:nvSpPr>
        <p:spPr>
          <a:xfrm>
            <a:off x="8282819" y="4768049"/>
            <a:ext cx="844712" cy="600166"/>
          </a:xfrm>
          <a:prstGeom prst="rect">
            <a:avLst/>
          </a:prstGeom>
          <a:solidFill>
            <a:srgbClr val="1BA1E2"/>
          </a:solidFill>
          <a:ln w="12332" cap="flat">
            <a:solidFill>
              <a:srgbClr val="000000"/>
            </a:solidFill>
            <a:prstDash val="solid"/>
            <a:miter/>
          </a:ln>
        </p:spPr>
        <p:txBody>
          <a:bodyPr/>
          <a:lstStyle/>
          <a:p>
            <a:endParaRPr lang="en-US"/>
          </a:p>
        </p:txBody>
      </p:sp>
      <p:pic>
        <p:nvPicPr>
          <p:cNvPr id="32" name="Picture 31">
            <a:extLst>
              <a:ext uri="{FF2B5EF4-FFF2-40B4-BE49-F238E27FC236}">
                <a16:creationId xmlns:a16="http://schemas.microsoft.com/office/drawing/2014/main" id="{8E6EC87C-9DA1-BA76-995D-969C6AB9327D}"/>
              </a:ext>
            </a:extLst>
          </p:cNvPr>
          <p:cNvPicPr>
            <a:picLocks noChangeAspect="1"/>
          </p:cNvPicPr>
          <p:nvPr/>
        </p:nvPicPr>
        <p:blipFill>
          <a:blip r:embed="rId4"/>
          <a:stretch>
            <a:fillRect/>
          </a:stretch>
        </p:blipFill>
        <p:spPr>
          <a:xfrm>
            <a:off x="8310976" y="4953078"/>
            <a:ext cx="816555" cy="259358"/>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33" name="Rectangle 32">
            <a:extLst>
              <a:ext uri="{FF2B5EF4-FFF2-40B4-BE49-F238E27FC236}">
                <a16:creationId xmlns:a16="http://schemas.microsoft.com/office/drawing/2014/main" id="{C3A320B7-1213-7EAA-AC2F-DB20A04A6468}"/>
              </a:ext>
            </a:extLst>
          </p:cNvPr>
          <p:cNvSpPr/>
          <p:nvPr/>
        </p:nvSpPr>
        <p:spPr>
          <a:xfrm>
            <a:off x="8767578" y="4768049"/>
            <a:ext cx="3425660" cy="600164"/>
          </a:xfrm>
          <a:prstGeom prst="rect">
            <a:avLst/>
          </a:prstGeom>
          <a:solidFill>
            <a:srgbClr val="FFFFFF"/>
          </a:solidFill>
          <a:ln w="12332" cap="flat">
            <a:solidFill>
              <a:srgbClr val="000000"/>
            </a:solidFill>
            <a:prstDash val="solid"/>
            <a:miter/>
          </a:ln>
        </p:spPr>
        <p:txBody>
          <a:bodyPr/>
          <a:lstStyle/>
          <a:p>
            <a:endParaRPr lang="en-US" sz="1100" dirty="0">
              <a:latin typeface="+mj-lt"/>
            </a:endParaRPr>
          </a:p>
        </p:txBody>
      </p:sp>
      <p:sp>
        <p:nvSpPr>
          <p:cNvPr id="34" name="Rectangle 33">
            <a:extLst>
              <a:ext uri="{FF2B5EF4-FFF2-40B4-BE49-F238E27FC236}">
                <a16:creationId xmlns:a16="http://schemas.microsoft.com/office/drawing/2014/main" id="{3365777D-9E46-9476-B95C-7EBA2A455140}"/>
              </a:ext>
            </a:extLst>
          </p:cNvPr>
          <p:cNvSpPr/>
          <p:nvPr/>
        </p:nvSpPr>
        <p:spPr>
          <a:xfrm>
            <a:off x="8282819" y="5369105"/>
            <a:ext cx="492934" cy="744644"/>
          </a:xfrm>
          <a:prstGeom prst="rect">
            <a:avLst/>
          </a:prstGeom>
          <a:solidFill>
            <a:srgbClr val="6A00FF"/>
          </a:solidFill>
          <a:ln w="12332" cap="flat">
            <a:solidFill>
              <a:srgbClr val="000000"/>
            </a:solidFill>
            <a:prstDash val="solid"/>
            <a:miter/>
          </a:ln>
        </p:spPr>
        <p:txBody>
          <a:bodyPr/>
          <a:lstStyle/>
          <a:p>
            <a:endParaRPr lang="en-US" dirty="0"/>
          </a:p>
        </p:txBody>
      </p:sp>
      <p:pic>
        <p:nvPicPr>
          <p:cNvPr id="35" name="Picture 34">
            <a:extLst>
              <a:ext uri="{FF2B5EF4-FFF2-40B4-BE49-F238E27FC236}">
                <a16:creationId xmlns:a16="http://schemas.microsoft.com/office/drawing/2014/main" id="{36854239-BB69-FA59-FFDF-5CA11B1BF359}"/>
              </a:ext>
            </a:extLst>
          </p:cNvPr>
          <p:cNvPicPr>
            <a:picLocks noChangeAspect="1"/>
          </p:cNvPicPr>
          <p:nvPr/>
        </p:nvPicPr>
        <p:blipFill>
          <a:blip r:embed="rId5"/>
          <a:stretch>
            <a:fillRect/>
          </a:stretch>
        </p:blipFill>
        <p:spPr>
          <a:xfrm>
            <a:off x="8310976" y="5624363"/>
            <a:ext cx="746273" cy="252221"/>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sp>
        <p:nvSpPr>
          <p:cNvPr id="36" name="Rectangle 35">
            <a:extLst>
              <a:ext uri="{FF2B5EF4-FFF2-40B4-BE49-F238E27FC236}">
                <a16:creationId xmlns:a16="http://schemas.microsoft.com/office/drawing/2014/main" id="{01F9F411-6F14-57AE-D748-C0279FF7AA5C}"/>
              </a:ext>
            </a:extLst>
          </p:cNvPr>
          <p:cNvSpPr/>
          <p:nvPr/>
        </p:nvSpPr>
        <p:spPr>
          <a:xfrm>
            <a:off x="8775753" y="5369105"/>
            <a:ext cx="3419856" cy="750281"/>
          </a:xfrm>
          <a:prstGeom prst="rect">
            <a:avLst/>
          </a:prstGeom>
          <a:solidFill>
            <a:srgbClr val="FFFFFF"/>
          </a:solidFill>
          <a:ln w="12332" cap="flat">
            <a:solidFill>
              <a:srgbClr val="000000"/>
            </a:solidFill>
            <a:prstDash val="solid"/>
            <a:miter/>
          </a:ln>
        </p:spPr>
        <p:txBody>
          <a:bodyPr/>
          <a:lstStyle/>
          <a:p>
            <a:endParaRPr lang="en-US" dirty="0"/>
          </a:p>
        </p:txBody>
      </p:sp>
      <p:sp>
        <p:nvSpPr>
          <p:cNvPr id="37" name="Rectangle 36">
            <a:extLst>
              <a:ext uri="{FF2B5EF4-FFF2-40B4-BE49-F238E27FC236}">
                <a16:creationId xmlns:a16="http://schemas.microsoft.com/office/drawing/2014/main" id="{5E9AA704-4490-8BA4-F1E1-6CA542BA307E}"/>
              </a:ext>
            </a:extLst>
          </p:cNvPr>
          <p:cNvSpPr/>
          <p:nvPr/>
        </p:nvSpPr>
        <p:spPr>
          <a:xfrm>
            <a:off x="8811832" y="5193602"/>
            <a:ext cx="2430605" cy="741829"/>
          </a:xfrm>
          <a:prstGeom prst="rect">
            <a:avLst/>
          </a:prstGeom>
          <a:noFill/>
          <a:ln w="12332" cap="flat">
            <a:noFill/>
            <a:prstDash val="solid"/>
            <a:miter/>
          </a:ln>
        </p:spPr>
        <p:txBody>
          <a:bodyPr/>
          <a:lstStyle/>
          <a:p>
            <a:endParaRPr lang="en-US"/>
          </a:p>
        </p:txBody>
      </p:sp>
      <p:sp>
        <p:nvSpPr>
          <p:cNvPr id="38" name="Rectangle 37">
            <a:extLst>
              <a:ext uri="{FF2B5EF4-FFF2-40B4-BE49-F238E27FC236}">
                <a16:creationId xmlns:a16="http://schemas.microsoft.com/office/drawing/2014/main" id="{806144AB-D57C-A180-DC51-B5F46A2B4409}"/>
              </a:ext>
            </a:extLst>
          </p:cNvPr>
          <p:cNvSpPr/>
          <p:nvPr/>
        </p:nvSpPr>
        <p:spPr>
          <a:xfrm>
            <a:off x="11739389" y="5551706"/>
            <a:ext cx="460136" cy="296731"/>
          </a:xfrm>
          <a:prstGeom prst="rect">
            <a:avLst/>
          </a:prstGeom>
          <a:solidFill>
            <a:srgbClr val="6A00FF"/>
          </a:solidFill>
          <a:ln w="12332" cap="flat">
            <a:solidFill>
              <a:srgbClr val="000000"/>
            </a:solidFill>
            <a:prstDash val="solid"/>
            <a:miter/>
          </a:ln>
        </p:spPr>
        <p:txBody>
          <a:bodyPr/>
          <a:lstStyle/>
          <a:p>
            <a:endParaRPr lang="en-US"/>
          </a:p>
        </p:txBody>
      </p:sp>
      <p:pic>
        <p:nvPicPr>
          <p:cNvPr id="39" name="Picture 38">
            <a:extLst>
              <a:ext uri="{FF2B5EF4-FFF2-40B4-BE49-F238E27FC236}">
                <a16:creationId xmlns:a16="http://schemas.microsoft.com/office/drawing/2014/main" id="{208F7E92-5B27-B632-94C8-76ECF3DB8FD9}"/>
              </a:ext>
            </a:extLst>
          </p:cNvPr>
          <p:cNvPicPr>
            <a:picLocks noChangeAspect="1"/>
          </p:cNvPicPr>
          <p:nvPr/>
        </p:nvPicPr>
        <p:blipFill>
          <a:blip r:embed="rId3"/>
          <a:stretch>
            <a:fillRect/>
          </a:stretch>
        </p:blipFill>
        <p:spPr>
          <a:xfrm>
            <a:off x="11801112" y="5610015"/>
            <a:ext cx="743478" cy="252221"/>
          </a:xfrm>
          <a:custGeom>
            <a:avLst/>
            <a:gdLst>
              <a:gd name="csX0" fmla="*/ 0 w 641416"/>
              <a:gd name="csY0" fmla="*/ 0 h 209693"/>
              <a:gd name="csX1" fmla="*/ 641417 w 641416"/>
              <a:gd name="csY1" fmla="*/ 0 h 209693"/>
              <a:gd name="csX2" fmla="*/ 641417 w 641416"/>
              <a:gd name="csY2" fmla="*/ 209694 h 209693"/>
              <a:gd name="csX3" fmla="*/ 0 w 641416"/>
              <a:gd name="csY3" fmla="*/ 209694 h 209693"/>
            </a:gdLst>
            <a:ahLst/>
            <a:cxnLst>
              <a:cxn ang="0">
                <a:pos x="csX0" y="csY0"/>
              </a:cxn>
              <a:cxn ang="0">
                <a:pos x="csX1" y="csY1"/>
              </a:cxn>
              <a:cxn ang="0">
                <a:pos x="csX2" y="csY2"/>
              </a:cxn>
              <a:cxn ang="0">
                <a:pos x="csX3" y="csY3"/>
              </a:cxn>
            </a:cxnLst>
            <a:rect l="l" t="t" r="r" b="b"/>
            <a:pathLst>
              <a:path w="641416" h="209693">
                <a:moveTo>
                  <a:pt x="0" y="0"/>
                </a:moveTo>
                <a:lnTo>
                  <a:pt x="641417" y="0"/>
                </a:lnTo>
                <a:lnTo>
                  <a:pt x="641417" y="209694"/>
                </a:lnTo>
                <a:lnTo>
                  <a:pt x="0" y="209694"/>
                </a:lnTo>
                <a:close/>
              </a:path>
            </a:pathLst>
          </a:custGeom>
        </p:spPr>
      </p:pic>
      <p:sp>
        <p:nvSpPr>
          <p:cNvPr id="40" name="Rectangle 39">
            <a:extLst>
              <a:ext uri="{FF2B5EF4-FFF2-40B4-BE49-F238E27FC236}">
                <a16:creationId xmlns:a16="http://schemas.microsoft.com/office/drawing/2014/main" id="{995C7016-0B99-9C99-44B7-1CF75DB97B72}"/>
              </a:ext>
            </a:extLst>
          </p:cNvPr>
          <p:cNvSpPr/>
          <p:nvPr/>
        </p:nvSpPr>
        <p:spPr>
          <a:xfrm>
            <a:off x="11739389" y="5842796"/>
            <a:ext cx="460136" cy="273761"/>
          </a:xfrm>
          <a:prstGeom prst="rect">
            <a:avLst/>
          </a:prstGeom>
          <a:solidFill>
            <a:srgbClr val="FFFFFF"/>
          </a:solidFill>
          <a:ln w="12332" cap="flat">
            <a:solidFill>
              <a:srgbClr val="000000"/>
            </a:solidFill>
            <a:prstDash val="solid"/>
            <a:miter/>
          </a:ln>
        </p:spPr>
        <p:txBody>
          <a:bodyPr/>
          <a:lstStyle/>
          <a:p>
            <a:endParaRPr lang="en-US"/>
          </a:p>
        </p:txBody>
      </p:sp>
      <p:grpSp>
        <p:nvGrpSpPr>
          <p:cNvPr id="41" name="Graphic 8">
            <a:extLst>
              <a:ext uri="{FF2B5EF4-FFF2-40B4-BE49-F238E27FC236}">
                <a16:creationId xmlns:a16="http://schemas.microsoft.com/office/drawing/2014/main" id="{5969FDA0-1F34-1C04-5859-6D60E41F1B6D}"/>
              </a:ext>
            </a:extLst>
          </p:cNvPr>
          <p:cNvGrpSpPr/>
          <p:nvPr/>
        </p:nvGrpSpPr>
        <p:grpSpPr>
          <a:xfrm>
            <a:off x="8281963" y="6123704"/>
            <a:ext cx="858049" cy="445097"/>
            <a:chOff x="7637866" y="5668789"/>
            <a:chExt cx="740096" cy="370047"/>
          </a:xfrm>
          <a:solidFill>
            <a:srgbClr val="A20025"/>
          </a:solidFill>
        </p:grpSpPr>
        <p:sp>
          <p:nvSpPr>
            <p:cNvPr id="42" name="Rectangle 41">
              <a:extLst>
                <a:ext uri="{FF2B5EF4-FFF2-40B4-BE49-F238E27FC236}">
                  <a16:creationId xmlns:a16="http://schemas.microsoft.com/office/drawing/2014/main" id="{4E276ECF-B938-30D4-38E3-58A2B24E9ED9}"/>
                </a:ext>
              </a:extLst>
            </p:cNvPr>
            <p:cNvSpPr/>
            <p:nvPr/>
          </p:nvSpPr>
          <p:spPr>
            <a:xfrm>
              <a:off x="7637866" y="5668789"/>
              <a:ext cx="740096" cy="370047"/>
            </a:xfrm>
            <a:prstGeom prst="rect">
              <a:avLst/>
            </a:prstGeom>
            <a:solidFill>
              <a:srgbClr val="A20025"/>
            </a:solidFill>
            <a:ln w="12332" cap="flat">
              <a:solidFill>
                <a:srgbClr val="000000"/>
              </a:solidFill>
              <a:prstDash val="solid"/>
              <a:miter/>
            </a:ln>
          </p:spPr>
          <p:txBody>
            <a:bodyPr/>
            <a:lstStyle/>
            <a:p>
              <a:endParaRPr lang="en-US"/>
            </a:p>
          </p:txBody>
        </p:sp>
        <p:pic>
          <p:nvPicPr>
            <p:cNvPr id="43" name="Picture 42">
              <a:extLst>
                <a:ext uri="{FF2B5EF4-FFF2-40B4-BE49-F238E27FC236}">
                  <a16:creationId xmlns:a16="http://schemas.microsoft.com/office/drawing/2014/main" id="{F5FAF76E-CB44-9789-050F-F3B1316C8903}"/>
                </a:ext>
              </a:extLst>
            </p:cNvPr>
            <p:cNvPicPr>
              <a:picLocks noChangeAspect="1"/>
            </p:cNvPicPr>
            <p:nvPr/>
          </p:nvPicPr>
          <p:blipFill>
            <a:blip r:embed="rId6"/>
            <a:stretch>
              <a:fillRect/>
            </a:stretch>
          </p:blipFill>
          <p:spPr>
            <a:xfrm>
              <a:off x="7656368" y="5767469"/>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44" name="Rectangle 43">
            <a:extLst>
              <a:ext uri="{FF2B5EF4-FFF2-40B4-BE49-F238E27FC236}">
                <a16:creationId xmlns:a16="http://schemas.microsoft.com/office/drawing/2014/main" id="{1642C4AA-8152-BDEB-07D1-19CB28FB2B7E}"/>
              </a:ext>
            </a:extLst>
          </p:cNvPr>
          <p:cNvSpPr/>
          <p:nvPr/>
        </p:nvSpPr>
        <p:spPr>
          <a:xfrm>
            <a:off x="8967543" y="6123704"/>
            <a:ext cx="3231982" cy="445097"/>
          </a:xfrm>
          <a:prstGeom prst="rect">
            <a:avLst/>
          </a:prstGeom>
          <a:solidFill>
            <a:srgbClr val="FFFFFF"/>
          </a:solidFill>
          <a:ln w="12332" cap="flat">
            <a:solidFill>
              <a:srgbClr val="000000"/>
            </a:solidFill>
            <a:prstDash val="solid"/>
            <a:miter/>
          </a:ln>
        </p:spPr>
        <p:txBody>
          <a:bodyPr/>
          <a:lstStyle/>
          <a:p>
            <a:endParaRPr lang="en-US"/>
          </a:p>
        </p:txBody>
      </p:sp>
      <p:sp>
        <p:nvSpPr>
          <p:cNvPr id="45" name="Rectangle 44">
            <a:extLst>
              <a:ext uri="{FF2B5EF4-FFF2-40B4-BE49-F238E27FC236}">
                <a16:creationId xmlns:a16="http://schemas.microsoft.com/office/drawing/2014/main" id="{051E5369-FD6C-DFFE-766D-CC2B57DA9783}"/>
              </a:ext>
            </a:extLst>
          </p:cNvPr>
          <p:cNvSpPr/>
          <p:nvPr/>
        </p:nvSpPr>
        <p:spPr>
          <a:xfrm>
            <a:off x="9010446" y="6094032"/>
            <a:ext cx="3132735" cy="445097"/>
          </a:xfrm>
          <a:prstGeom prst="rect">
            <a:avLst/>
          </a:prstGeom>
          <a:noFill/>
          <a:ln w="12332" cap="flat">
            <a:noFill/>
            <a:prstDash val="solid"/>
            <a:miter/>
          </a:ln>
        </p:spPr>
        <p:txBody>
          <a:bodyPr/>
          <a:lstStyle/>
          <a:p>
            <a:endParaRPr lang="en-US"/>
          </a:p>
        </p:txBody>
      </p:sp>
      <p:sp>
        <p:nvSpPr>
          <p:cNvPr id="46" name="TextBox 45">
            <a:extLst>
              <a:ext uri="{FF2B5EF4-FFF2-40B4-BE49-F238E27FC236}">
                <a16:creationId xmlns:a16="http://schemas.microsoft.com/office/drawing/2014/main" id="{B4D034EA-9C9A-8D1D-4FBA-5D43962B2ADF}"/>
              </a:ext>
            </a:extLst>
          </p:cNvPr>
          <p:cNvSpPr txBox="1"/>
          <p:nvPr/>
        </p:nvSpPr>
        <p:spPr>
          <a:xfrm>
            <a:off x="8745673" y="5346848"/>
            <a:ext cx="3113422" cy="769441"/>
          </a:xfrm>
          <a:prstGeom prst="rect">
            <a:avLst/>
          </a:prstGeom>
          <a:noFill/>
        </p:spPr>
        <p:txBody>
          <a:bodyPr wrap="square">
            <a:spAutoFit/>
          </a:bodyPr>
          <a:lstStyle/>
          <a:p>
            <a:r>
              <a:rPr lang="en-US" sz="1100" dirty="0">
                <a:latin typeface="+mj-lt"/>
              </a:rPr>
              <a:t>1. Go back to the search results.</a:t>
            </a:r>
          </a:p>
          <a:p>
            <a:r>
              <a:rPr lang="en-US" sz="1100" dirty="0">
                <a:latin typeface="+mj-lt"/>
              </a:rPr>
              <a:t>2. Open the third result (valid), remember its title.</a:t>
            </a:r>
          </a:p>
          <a:p>
            <a:r>
              <a:rPr lang="en-US" sz="1100" dirty="0">
                <a:latin typeface="+mj-lt"/>
              </a:rPr>
              <a:t>3. Go back, verify no other valid articles, then send "One".</a:t>
            </a:r>
          </a:p>
        </p:txBody>
      </p:sp>
      <p:grpSp>
        <p:nvGrpSpPr>
          <p:cNvPr id="47" name="Graphic 8">
            <a:extLst>
              <a:ext uri="{FF2B5EF4-FFF2-40B4-BE49-F238E27FC236}">
                <a16:creationId xmlns:a16="http://schemas.microsoft.com/office/drawing/2014/main" id="{C44A013D-9113-69D5-A041-098037EDD48D}"/>
              </a:ext>
            </a:extLst>
          </p:cNvPr>
          <p:cNvGrpSpPr/>
          <p:nvPr/>
        </p:nvGrpSpPr>
        <p:grpSpPr>
          <a:xfrm>
            <a:off x="8281962" y="6556782"/>
            <a:ext cx="844712" cy="311568"/>
            <a:chOff x="7637866" y="6112847"/>
            <a:chExt cx="740096" cy="259033"/>
          </a:xfrm>
          <a:solidFill>
            <a:srgbClr val="60A917"/>
          </a:solidFill>
        </p:grpSpPr>
        <p:sp>
          <p:nvSpPr>
            <p:cNvPr id="48" name="Rectangle 47">
              <a:extLst>
                <a:ext uri="{FF2B5EF4-FFF2-40B4-BE49-F238E27FC236}">
                  <a16:creationId xmlns:a16="http://schemas.microsoft.com/office/drawing/2014/main" id="{5E11BE73-AF33-6840-C48D-4D579D11F193}"/>
                </a:ext>
              </a:extLst>
            </p:cNvPr>
            <p:cNvSpPr/>
            <p:nvPr/>
          </p:nvSpPr>
          <p:spPr>
            <a:xfrm>
              <a:off x="7637866" y="6112847"/>
              <a:ext cx="740096" cy="259033"/>
            </a:xfrm>
            <a:prstGeom prst="rect">
              <a:avLst/>
            </a:prstGeom>
            <a:solidFill>
              <a:srgbClr val="60A917"/>
            </a:solidFill>
            <a:ln w="12332" cap="flat">
              <a:solidFill>
                <a:srgbClr val="000000"/>
              </a:solidFill>
              <a:prstDash val="solid"/>
              <a:miter/>
            </a:ln>
          </p:spPr>
          <p:txBody>
            <a:bodyPr/>
            <a:lstStyle/>
            <a:p>
              <a:endParaRPr lang="en-US"/>
            </a:p>
          </p:txBody>
        </p:sp>
        <p:pic>
          <p:nvPicPr>
            <p:cNvPr id="49" name="Picture 48">
              <a:extLst>
                <a:ext uri="{FF2B5EF4-FFF2-40B4-BE49-F238E27FC236}">
                  <a16:creationId xmlns:a16="http://schemas.microsoft.com/office/drawing/2014/main" id="{72B514B4-D7A6-807F-80EF-A1E982D2441D}"/>
                </a:ext>
              </a:extLst>
            </p:cNvPr>
            <p:cNvPicPr>
              <a:picLocks noChangeAspect="1"/>
            </p:cNvPicPr>
            <p:nvPr/>
          </p:nvPicPr>
          <p:blipFill>
            <a:blip r:embed="rId7"/>
            <a:stretch>
              <a:fillRect/>
            </a:stretch>
          </p:blipFill>
          <p:spPr>
            <a:xfrm>
              <a:off x="7656368" y="6149852"/>
              <a:ext cx="715426" cy="209693"/>
            </a:xfrm>
            <a:custGeom>
              <a:avLst/>
              <a:gdLst>
                <a:gd name="csX0" fmla="*/ 0 w 715426"/>
                <a:gd name="csY0" fmla="*/ 0 h 209693"/>
                <a:gd name="csX1" fmla="*/ 715426 w 715426"/>
                <a:gd name="csY1" fmla="*/ 0 h 209693"/>
                <a:gd name="csX2" fmla="*/ 715426 w 715426"/>
                <a:gd name="csY2" fmla="*/ 209694 h 209693"/>
                <a:gd name="csX3" fmla="*/ 0 w 715426"/>
                <a:gd name="csY3" fmla="*/ 209694 h 209693"/>
              </a:gdLst>
              <a:ahLst/>
              <a:cxnLst>
                <a:cxn ang="0">
                  <a:pos x="csX0" y="csY0"/>
                </a:cxn>
                <a:cxn ang="0">
                  <a:pos x="csX1" y="csY1"/>
                </a:cxn>
                <a:cxn ang="0">
                  <a:pos x="csX2" y="csY2"/>
                </a:cxn>
                <a:cxn ang="0">
                  <a:pos x="csX3" y="csY3"/>
                </a:cxn>
              </a:cxnLst>
              <a:rect l="l" t="t" r="r" b="b"/>
              <a:pathLst>
                <a:path w="715426" h="209693">
                  <a:moveTo>
                    <a:pt x="0" y="0"/>
                  </a:moveTo>
                  <a:lnTo>
                    <a:pt x="715426" y="0"/>
                  </a:lnTo>
                  <a:lnTo>
                    <a:pt x="715426" y="209694"/>
                  </a:lnTo>
                  <a:lnTo>
                    <a:pt x="0" y="209694"/>
                  </a:lnTo>
                  <a:close/>
                </a:path>
              </a:pathLst>
            </a:custGeom>
          </p:spPr>
        </p:pic>
      </p:grpSp>
      <p:sp>
        <p:nvSpPr>
          <p:cNvPr id="50" name="Rectangle 49">
            <a:extLst>
              <a:ext uri="{FF2B5EF4-FFF2-40B4-BE49-F238E27FC236}">
                <a16:creationId xmlns:a16="http://schemas.microsoft.com/office/drawing/2014/main" id="{C5CF40FE-C45A-4884-7D5E-6F19E8F653FB}"/>
              </a:ext>
            </a:extLst>
          </p:cNvPr>
          <p:cNvSpPr/>
          <p:nvPr/>
        </p:nvSpPr>
        <p:spPr>
          <a:xfrm>
            <a:off x="8956886" y="6556782"/>
            <a:ext cx="3242639" cy="311568"/>
          </a:xfrm>
          <a:prstGeom prst="rect">
            <a:avLst/>
          </a:prstGeom>
          <a:solidFill>
            <a:srgbClr val="FFFFFF"/>
          </a:solidFill>
          <a:ln w="12332" cap="flat">
            <a:solidFill>
              <a:srgbClr val="000000"/>
            </a:solidFill>
            <a:prstDash val="solid"/>
            <a:miter/>
          </a:ln>
        </p:spPr>
        <p:txBody>
          <a:bodyPr/>
          <a:lstStyle/>
          <a:p>
            <a:endParaRPr lang="en-US"/>
          </a:p>
        </p:txBody>
      </p:sp>
      <p:sp>
        <p:nvSpPr>
          <p:cNvPr id="51" name="Rectangle 50">
            <a:extLst>
              <a:ext uri="{FF2B5EF4-FFF2-40B4-BE49-F238E27FC236}">
                <a16:creationId xmlns:a16="http://schemas.microsoft.com/office/drawing/2014/main" id="{7CE54A09-15C8-7C9E-C6DB-20C14A8E099E}"/>
              </a:ext>
            </a:extLst>
          </p:cNvPr>
          <p:cNvSpPr/>
          <p:nvPr/>
        </p:nvSpPr>
        <p:spPr>
          <a:xfrm>
            <a:off x="9012356" y="6527109"/>
            <a:ext cx="1970993" cy="296731"/>
          </a:xfrm>
          <a:prstGeom prst="rect">
            <a:avLst/>
          </a:prstGeom>
          <a:noFill/>
          <a:ln w="12332" cap="flat">
            <a:noFill/>
            <a:prstDash val="solid"/>
            <a:miter/>
          </a:ln>
        </p:spPr>
        <p:txBody>
          <a:bodyPr/>
          <a:lstStyle/>
          <a:p>
            <a:endParaRPr lang="en-US"/>
          </a:p>
        </p:txBody>
      </p:sp>
      <p:sp>
        <p:nvSpPr>
          <p:cNvPr id="52" name="TextBox 51">
            <a:extLst>
              <a:ext uri="{FF2B5EF4-FFF2-40B4-BE49-F238E27FC236}">
                <a16:creationId xmlns:a16="http://schemas.microsoft.com/office/drawing/2014/main" id="{DC66D5FC-D434-4437-4926-2B7FB20BE412}"/>
              </a:ext>
            </a:extLst>
          </p:cNvPr>
          <p:cNvSpPr txBox="1"/>
          <p:nvPr/>
        </p:nvSpPr>
        <p:spPr>
          <a:xfrm>
            <a:off x="8928767" y="6117068"/>
            <a:ext cx="3031320" cy="430887"/>
          </a:xfrm>
          <a:prstGeom prst="rect">
            <a:avLst/>
          </a:prstGeom>
          <a:noFill/>
        </p:spPr>
        <p:txBody>
          <a:bodyPr wrap="square">
            <a:spAutoFit/>
          </a:bodyPr>
          <a:lstStyle/>
          <a:p>
            <a:r>
              <a:rPr lang="en-US" sz="1100" dirty="0">
                <a:latin typeface="+mj-lt"/>
              </a:rPr>
              <a:t>I opened the second result and confirmed it was a redirect. I will go back to the search results page.</a:t>
            </a:r>
          </a:p>
        </p:txBody>
      </p:sp>
      <p:sp>
        <p:nvSpPr>
          <p:cNvPr id="53" name="TextBox 52">
            <a:extLst>
              <a:ext uri="{FF2B5EF4-FFF2-40B4-BE49-F238E27FC236}">
                <a16:creationId xmlns:a16="http://schemas.microsoft.com/office/drawing/2014/main" id="{A413D9C6-016C-CD2A-E7AB-271727F01A0E}"/>
              </a:ext>
            </a:extLst>
          </p:cNvPr>
          <p:cNvSpPr txBox="1"/>
          <p:nvPr/>
        </p:nvSpPr>
        <p:spPr>
          <a:xfrm>
            <a:off x="11837165" y="5853071"/>
            <a:ext cx="255645" cy="276999"/>
          </a:xfrm>
          <a:prstGeom prst="rect">
            <a:avLst/>
          </a:prstGeom>
          <a:noFill/>
        </p:spPr>
        <p:txBody>
          <a:bodyPr wrap="square">
            <a:spAutoFit/>
          </a:bodyPr>
          <a:lstStyle/>
          <a:p>
            <a:r>
              <a:rPr lang="en-US" sz="1200" dirty="0">
                <a:latin typeface="+mj-lt"/>
              </a:rPr>
              <a:t>5</a:t>
            </a:r>
          </a:p>
        </p:txBody>
      </p:sp>
      <p:sp>
        <p:nvSpPr>
          <p:cNvPr id="54" name="TextBox 53">
            <a:extLst>
              <a:ext uri="{FF2B5EF4-FFF2-40B4-BE49-F238E27FC236}">
                <a16:creationId xmlns:a16="http://schemas.microsoft.com/office/drawing/2014/main" id="{EE6CCA3D-321A-87D6-E796-9C1CC54F86DD}"/>
              </a:ext>
            </a:extLst>
          </p:cNvPr>
          <p:cNvSpPr txBox="1"/>
          <p:nvPr/>
        </p:nvSpPr>
        <p:spPr>
          <a:xfrm>
            <a:off x="8967543" y="6577628"/>
            <a:ext cx="2713727" cy="261610"/>
          </a:xfrm>
          <a:prstGeom prst="rect">
            <a:avLst/>
          </a:prstGeom>
          <a:noFill/>
        </p:spPr>
        <p:txBody>
          <a:bodyPr wrap="square">
            <a:spAutoFit/>
          </a:bodyPr>
          <a:lstStyle/>
          <a:p>
            <a:r>
              <a:rPr lang="en-US" sz="1100" dirty="0" err="1">
                <a:latin typeface="+mj-lt"/>
              </a:rPr>
              <a:t>go_back</a:t>
            </a:r>
            <a:r>
              <a:rPr lang="en-US" sz="1100" dirty="0">
                <a:latin typeface="+mj-lt"/>
              </a:rPr>
              <a:t>()</a:t>
            </a:r>
          </a:p>
        </p:txBody>
      </p:sp>
      <p:sp>
        <p:nvSpPr>
          <p:cNvPr id="55" name="TextBox 54">
            <a:extLst>
              <a:ext uri="{FF2B5EF4-FFF2-40B4-BE49-F238E27FC236}">
                <a16:creationId xmlns:a16="http://schemas.microsoft.com/office/drawing/2014/main" id="{7CEE55A6-7EDF-47F4-F507-54BEB05F67DA}"/>
              </a:ext>
            </a:extLst>
          </p:cNvPr>
          <p:cNvSpPr txBox="1"/>
          <p:nvPr/>
        </p:nvSpPr>
        <p:spPr>
          <a:xfrm>
            <a:off x="8767402" y="4756401"/>
            <a:ext cx="3354049" cy="600164"/>
          </a:xfrm>
          <a:prstGeom prst="rect">
            <a:avLst/>
          </a:prstGeom>
          <a:noFill/>
        </p:spPr>
        <p:txBody>
          <a:bodyPr wrap="square">
            <a:spAutoFit/>
          </a:bodyPr>
          <a:lstStyle/>
          <a:p>
            <a:r>
              <a:rPr lang="en-US" sz="1100" dirty="0">
                <a:latin typeface="+mj-lt"/>
              </a:rPr>
              <a:t>I opened the second search result and landed on a redirect page. I should go back to the search results to proceed with the next steps.</a:t>
            </a:r>
          </a:p>
        </p:txBody>
      </p:sp>
    </p:spTree>
    <p:extLst>
      <p:ext uri="{BB962C8B-B14F-4D97-AF65-F5344CB8AC3E}">
        <p14:creationId xmlns:p14="http://schemas.microsoft.com/office/powerpoint/2010/main" val="9782385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501</TotalTime>
  <Words>659</Words>
  <Application>Microsoft Macintosh PowerPoint</Application>
  <PresentationFormat>Widescreen</PresentationFormat>
  <Paragraphs>55</Paragraphs>
  <Slides>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Farhan Ishmam</dc:creator>
  <cp:lastModifiedBy>Farhan Ishmam</cp:lastModifiedBy>
  <cp:revision>7</cp:revision>
  <dcterms:created xsi:type="dcterms:W3CDTF">2026-03-08T06:08:37Z</dcterms:created>
  <dcterms:modified xsi:type="dcterms:W3CDTF">2026-03-08T18:14:51Z</dcterms:modified>
</cp:coreProperties>
</file>